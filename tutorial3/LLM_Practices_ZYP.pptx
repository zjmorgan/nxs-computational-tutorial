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1" r:id="rId1"/>
  </p:sldMasterIdLst>
  <p:notesMasterIdLst>
    <p:notesMasterId r:id="rId11"/>
  </p:notesMasterIdLst>
  <p:handoutMasterIdLst>
    <p:handoutMasterId r:id="rId12"/>
  </p:handoutMasterIdLst>
  <p:sldIdLst>
    <p:sldId id="2147469121" r:id="rId2"/>
    <p:sldId id="2147469122" r:id="rId3"/>
    <p:sldId id="2147469123" r:id="rId4"/>
    <p:sldId id="2147469124" r:id="rId5"/>
    <p:sldId id="2147469125" r:id="rId6"/>
    <p:sldId id="2147469126" r:id="rId7"/>
    <p:sldId id="2147469127" r:id="rId8"/>
    <p:sldId id="2147469128" r:id="rId9"/>
    <p:sldId id="214746913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8859"/>
    <a:srgbClr val="D193FF"/>
    <a:srgbClr val="00866B"/>
    <a:srgbClr val="004D21"/>
    <a:srgbClr val="ECECEC"/>
    <a:srgbClr val="30342E"/>
    <a:srgbClr val="1B4C67"/>
    <a:srgbClr val="1A6094"/>
    <a:srgbClr val="25B1A6"/>
    <a:srgbClr val="00A7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07" autoAdjust="0"/>
    <p:restoredTop sz="96291"/>
  </p:normalViewPr>
  <p:slideViewPr>
    <p:cSldViewPr snapToGrid="0">
      <p:cViewPr varScale="1">
        <p:scale>
          <a:sx n="223" d="100"/>
          <a:sy n="223" d="100"/>
        </p:scale>
        <p:origin x="1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2F454D-A2FB-E28F-62C2-050A837E17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96BDF-7ADA-716C-F5CA-D157A094BBB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14C3F-0AF5-DA4C-84F9-3990FF0B58A5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77AF2-C6EF-69B3-EBC0-F3BECE6632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AEBCA-6ABE-1DFD-7AA8-A3B2F1B63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AB913-EDAA-C746-870D-9B7877FA5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90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D4C33-E834-184F-A85B-4B1A7D742F82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A2CD3-FB95-D94F-9F04-F9F995EAB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3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high angle view of a city&#10;&#10;Description automatically generated">
            <a:extLst>
              <a:ext uri="{FF2B5EF4-FFF2-40B4-BE49-F238E27FC236}">
                <a16:creationId xmlns:a16="http://schemas.microsoft.com/office/drawing/2014/main" id="{01F17512-BEEB-E940-3B9F-9FDBDB2121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A49EAE8-262C-D20D-80FF-4279961B7DBA}"/>
              </a:ext>
            </a:extLst>
          </p:cNvPr>
          <p:cNvSpPr/>
          <p:nvPr userDrawn="1"/>
        </p:nvSpPr>
        <p:spPr>
          <a:xfrm>
            <a:off x="896615" y="843778"/>
            <a:ext cx="8279190" cy="5199385"/>
          </a:xfrm>
          <a:prstGeom prst="rect">
            <a:avLst/>
          </a:prstGeom>
          <a:solidFill>
            <a:schemeClr val="bg1">
              <a:alpha val="7432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89" name="Title 1">
            <a:extLst>
              <a:ext uri="{FF2B5EF4-FFF2-40B4-BE49-F238E27FC236}">
                <a16:creationId xmlns:a16="http://schemas.microsoft.com/office/drawing/2014/main" id="{4E63AC8A-1BE4-CC0D-A87D-57B114782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450" y="2254309"/>
            <a:ext cx="451713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90" name="Subtitle 2">
            <a:extLst>
              <a:ext uri="{FF2B5EF4-FFF2-40B4-BE49-F238E27FC236}">
                <a16:creationId xmlns:a16="http://schemas.microsoft.com/office/drawing/2014/main" id="{2FDEC7A3-8D58-3E27-DFCC-68F1F758C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91" name="Text Placeholder 1961">
            <a:extLst>
              <a:ext uri="{FF2B5EF4-FFF2-40B4-BE49-F238E27FC236}">
                <a16:creationId xmlns:a16="http://schemas.microsoft.com/office/drawing/2014/main" id="{F290C317-5693-2190-DC6C-B1FBB50E65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713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92" name="Text Placeholder 1963">
            <a:extLst>
              <a:ext uri="{FF2B5EF4-FFF2-40B4-BE49-F238E27FC236}">
                <a16:creationId xmlns:a16="http://schemas.microsoft.com/office/drawing/2014/main" id="{69307D98-0D2A-6367-B886-8BC3DE78A9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93" name="Rectangle 1992">
            <a:extLst>
              <a:ext uri="{FF2B5EF4-FFF2-40B4-BE49-F238E27FC236}">
                <a16:creationId xmlns:a16="http://schemas.microsoft.com/office/drawing/2014/main" id="{75F67FD0-9510-D988-3837-38FD99E6DD28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74748"/>
              </a:solidFill>
            </a:endParaRPr>
          </a:p>
        </p:txBody>
      </p:sp>
      <p:sp>
        <p:nvSpPr>
          <p:cNvPr id="1994" name="Text Placeholder 47">
            <a:extLst>
              <a:ext uri="{FF2B5EF4-FFF2-40B4-BE49-F238E27FC236}">
                <a16:creationId xmlns:a16="http://schemas.microsoft.com/office/drawing/2014/main" id="{CE691B96-E32E-F7AA-D0A1-ACAFF2C96F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995" name="Group 1994">
            <a:extLst>
              <a:ext uri="{FF2B5EF4-FFF2-40B4-BE49-F238E27FC236}">
                <a16:creationId xmlns:a16="http://schemas.microsoft.com/office/drawing/2014/main" id="{1F4B6682-1CD5-4D07-BAEB-03195C2FB91D}"/>
              </a:ext>
            </a:extLst>
          </p:cNvPr>
          <p:cNvGrpSpPr/>
          <p:nvPr userDrawn="1"/>
        </p:nvGrpSpPr>
        <p:grpSpPr>
          <a:xfrm>
            <a:off x="1168862" y="5406470"/>
            <a:ext cx="4834263" cy="369332"/>
            <a:chOff x="1168862" y="5508070"/>
            <a:chExt cx="4834263" cy="369332"/>
          </a:xfrm>
        </p:grpSpPr>
        <p:pic>
          <p:nvPicPr>
            <p:cNvPr id="1996" name="Picture 1995">
              <a:extLst>
                <a:ext uri="{FF2B5EF4-FFF2-40B4-BE49-F238E27FC236}">
                  <a16:creationId xmlns:a16="http://schemas.microsoft.com/office/drawing/2014/main" id="{E499D9F2-455D-24ED-C934-5DC3E3908E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68862" y="5508070"/>
              <a:ext cx="1311127" cy="316213"/>
            </a:xfrm>
            <a:prstGeom prst="rect">
              <a:avLst/>
            </a:prstGeom>
          </p:spPr>
        </p:pic>
        <p:sp>
          <p:nvSpPr>
            <p:cNvPr id="1997" name="TextBox 1996">
              <a:extLst>
                <a:ext uri="{FF2B5EF4-FFF2-40B4-BE49-F238E27FC236}">
                  <a16:creationId xmlns:a16="http://schemas.microsoft.com/office/drawing/2014/main" id="{94A5DA57-E73A-E843-58FE-CFA5666E7A14}"/>
                </a:ext>
              </a:extLst>
            </p:cNvPr>
            <p:cNvSpPr txBox="1"/>
            <p:nvPr userDrawn="1"/>
          </p:nvSpPr>
          <p:spPr>
            <a:xfrm>
              <a:off x="2561071" y="5508070"/>
              <a:ext cx="34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31D47623-818A-705B-B821-F058B0BC95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5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Edi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25B3089-0A48-0AC4-08EB-C9D35463AC28}"/>
              </a:ext>
            </a:extLst>
          </p:cNvPr>
          <p:cNvSpPr/>
          <p:nvPr userDrawn="1"/>
        </p:nvSpPr>
        <p:spPr>
          <a:xfrm>
            <a:off x="385763" y="6015038"/>
            <a:ext cx="6899620" cy="575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8CF54AA-7F0F-038A-AAAF-AD02F6AA5AC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96615 w 12192000"/>
              <a:gd name="connsiteY0" fmla="*/ 829307 h 6858000"/>
              <a:gd name="connsiteX1" fmla="*/ 896615 w 12192000"/>
              <a:gd name="connsiteY1" fmla="*/ 6028692 h 6858000"/>
              <a:gd name="connsiteX2" fmla="*/ 6096000 w 12192000"/>
              <a:gd name="connsiteY2" fmla="*/ 6028692 h 6858000"/>
              <a:gd name="connsiteX3" fmla="*/ 6096000 w 12192000"/>
              <a:gd name="connsiteY3" fmla="*/ 829307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896615" y="829307"/>
                </a:moveTo>
                <a:lnTo>
                  <a:pt x="896615" y="6028692"/>
                </a:lnTo>
                <a:lnTo>
                  <a:pt x="6096000" y="6028692"/>
                </a:lnTo>
                <a:lnTo>
                  <a:pt x="6096000" y="829307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2B6A4265-6FDC-7301-BD87-6CE0C2335A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450" y="2254309"/>
            <a:ext cx="4518085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3" name="Text Placeholder 1961">
            <a:extLst>
              <a:ext uri="{FF2B5EF4-FFF2-40B4-BE49-F238E27FC236}">
                <a16:creationId xmlns:a16="http://schemas.microsoft.com/office/drawing/2014/main" id="{1061D354-0A2B-B951-F1BE-22D610DF35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5450" y="1934670"/>
            <a:ext cx="4518085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9E34D55-5962-D71E-5F14-F58404B73863}"/>
              </a:ext>
            </a:extLst>
          </p:cNvPr>
          <p:cNvGrpSpPr/>
          <p:nvPr userDrawn="1"/>
        </p:nvGrpSpPr>
        <p:grpSpPr>
          <a:xfrm>
            <a:off x="1168862" y="5406470"/>
            <a:ext cx="4834263" cy="369332"/>
            <a:chOff x="1168862" y="5508070"/>
            <a:chExt cx="4834263" cy="369332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4967025-85C6-1E53-9051-CBBA63AE1D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68862" y="5508070"/>
              <a:ext cx="1311127" cy="316213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432B67B-E65C-8C4D-ECEE-0E0F031F2333}"/>
                </a:ext>
              </a:extLst>
            </p:cNvPr>
            <p:cNvSpPr txBox="1"/>
            <p:nvPr userDrawn="1"/>
          </p:nvSpPr>
          <p:spPr>
            <a:xfrm>
              <a:off x="2561071" y="5508070"/>
              <a:ext cx="34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sz="900" b="0" dirty="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767997A1-375F-1726-DF9D-576251F05B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8108" y="1141396"/>
            <a:ext cx="1780479" cy="428014"/>
          </a:xfrm>
          <a:prstGeom prst="rect">
            <a:avLst/>
          </a:prstGeom>
        </p:spPr>
      </p:pic>
      <p:sp>
        <p:nvSpPr>
          <p:cNvPr id="7" name="Text Placeholder 1963">
            <a:extLst>
              <a:ext uri="{FF2B5EF4-FFF2-40B4-BE49-F238E27FC236}">
                <a16:creationId xmlns:a16="http://schemas.microsoft.com/office/drawing/2014/main" id="{3B1CF4E8-BDC8-B225-DB1D-63D508EC38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450" y="4383195"/>
            <a:ext cx="451713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67FCB669-B9C0-1E9C-516B-D8A804C4C3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15450" y="4798918"/>
            <a:ext cx="451713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tx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A6F6DA4-481A-E606-D7BA-9C2165FE3E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450" y="4031052"/>
            <a:ext cx="4517136" cy="18004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300" b="1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7B51F-DF85-E9E0-712B-297B83E802F9}"/>
              </a:ext>
            </a:extLst>
          </p:cNvPr>
          <p:cNvSpPr/>
          <p:nvPr userDrawn="1"/>
        </p:nvSpPr>
        <p:spPr>
          <a:xfrm>
            <a:off x="1215450" y="3780792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747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30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285">
            <a:extLst>
              <a:ext uri="{FF2B5EF4-FFF2-40B4-BE49-F238E27FC236}">
                <a16:creationId xmlns:a16="http://schemas.microsoft.com/office/drawing/2014/main" id="{B10B79AB-DA35-C9D9-2529-6A8AA0E502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1566" r="18851"/>
          <a:stretch/>
        </p:blipFill>
        <p:spPr>
          <a:xfrm rot="10800000">
            <a:off x="-1" y="0"/>
            <a:ext cx="6045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657" y="2292076"/>
            <a:ext cx="446517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7657" y="4371534"/>
            <a:ext cx="446517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529654C-4DCE-CBB4-4BA7-74D0EC3EB963}"/>
              </a:ext>
            </a:extLst>
          </p:cNvPr>
          <p:cNvGrpSpPr/>
          <p:nvPr userDrawn="1"/>
        </p:nvGrpSpPr>
        <p:grpSpPr>
          <a:xfrm>
            <a:off x="897656" y="6161203"/>
            <a:ext cx="4842685" cy="429764"/>
            <a:chOff x="2384568" y="6419574"/>
            <a:chExt cx="4161723" cy="369332"/>
          </a:xfrm>
        </p:grpSpPr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1E739D28-04EF-E5F5-AE3E-05983A573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A706AB-C5B5-40F2-B756-AD0F7D731AE5}"/>
                </a:ext>
              </a:extLst>
            </p:cNvPr>
            <p:cNvSpPr txBox="1"/>
            <p:nvPr userDrawn="1"/>
          </p:nvSpPr>
          <p:spPr>
            <a:xfrm>
              <a:off x="3588247" y="6419574"/>
              <a:ext cx="2958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657" y="4881013"/>
            <a:ext cx="446517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45200" y="0"/>
            <a:ext cx="61468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3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0FE843FE-B2D6-28A8-6229-2F4F14E7EA05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5" fmla="*/ 5609063 w 12192000"/>
              <a:gd name="connsiteY5" fmla="*/ 1505414 h 6858000"/>
              <a:gd name="connsiteX6" fmla="*/ 5609063 w 12192000"/>
              <a:gd name="connsiteY6" fmla="*/ 5352586 h 6858000"/>
              <a:gd name="connsiteX7" fmla="*/ 11452302 w 12192000"/>
              <a:gd name="connsiteY7" fmla="*/ 5352586 h 6858000"/>
              <a:gd name="connsiteX8" fmla="*/ 11452302 w 12192000"/>
              <a:gd name="connsiteY8" fmla="*/ 1505414 h 6858000"/>
              <a:gd name="connsiteX9" fmla="*/ 5609063 w 12192000"/>
              <a:gd name="connsiteY9" fmla="*/ 15054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609063" y="1505414"/>
                </a:moveTo>
                <a:lnTo>
                  <a:pt x="5609063" y="5352586"/>
                </a:lnTo>
                <a:lnTo>
                  <a:pt x="11452302" y="5352586"/>
                </a:lnTo>
                <a:lnTo>
                  <a:pt x="11452302" y="1505414"/>
                </a:lnTo>
                <a:lnTo>
                  <a:pt x="5609063" y="1505414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7657" y="2292076"/>
            <a:ext cx="4465176" cy="997196"/>
          </a:xfrm>
        </p:spPr>
        <p:txBody>
          <a:bodyPr wrap="square" anchor="t" anchorCtr="0">
            <a:noAutofit/>
          </a:bodyPr>
          <a:lstStyle>
            <a:lvl1pPr algn="l">
              <a:spcBef>
                <a:spcPts val="1200"/>
              </a:spcBef>
              <a:spcAft>
                <a:spcPts val="60"/>
              </a:spcAft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7657" y="4019391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1" spc="1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</a:t>
            </a:r>
          </a:p>
        </p:txBody>
      </p:sp>
      <p:sp>
        <p:nvSpPr>
          <p:cNvPr id="1962" name="Text Placeholder 1961">
            <a:extLst>
              <a:ext uri="{FF2B5EF4-FFF2-40B4-BE49-F238E27FC236}">
                <a16:creationId xmlns:a16="http://schemas.microsoft.com/office/drawing/2014/main" id="{05A0F360-5E2B-1313-55AF-9056EF7E8B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7657" y="1880997"/>
            <a:ext cx="4465176" cy="1938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1400" b="0" i="0" spc="15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400">
                <a:solidFill>
                  <a:schemeClr val="bg1"/>
                </a:solidFill>
              </a:defRPr>
            </a:lvl2pPr>
            <a:lvl3pPr marL="914400" indent="0" algn="ctr">
              <a:buNone/>
              <a:defRPr sz="1400">
                <a:solidFill>
                  <a:schemeClr val="bg1"/>
                </a:solidFill>
              </a:defRPr>
            </a:lvl3pPr>
            <a:lvl4pPr marL="1371600" indent="0" algn="ctr">
              <a:buNone/>
              <a:defRPr sz="1400">
                <a:solidFill>
                  <a:schemeClr val="bg1"/>
                </a:solidFill>
              </a:defRPr>
            </a:lvl4pPr>
            <a:lvl5pPr marL="1828800" indent="0" algn="ctr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64" name="Text Placeholder 1963">
            <a:extLst>
              <a:ext uri="{FF2B5EF4-FFF2-40B4-BE49-F238E27FC236}">
                <a16:creationId xmlns:a16="http://schemas.microsoft.com/office/drawing/2014/main" id="{D8874D39-76D3-2E6D-F8DD-E0676BF138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97657" y="4371534"/>
            <a:ext cx="4465176" cy="332399"/>
          </a:xfrm>
        </p:spPr>
        <p:txBody>
          <a:bodyPr wrap="square" anchor="t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60"/>
              </a:spcAft>
              <a:buNone/>
              <a:defRPr sz="24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 algn="ctr">
              <a:buNone/>
              <a:defRPr sz="2400">
                <a:solidFill>
                  <a:schemeClr val="bg1"/>
                </a:solidFill>
              </a:defRPr>
            </a:lvl2pPr>
            <a:lvl3pPr marL="914400" indent="0" algn="ctr">
              <a:buNone/>
              <a:defRPr sz="2400">
                <a:solidFill>
                  <a:schemeClr val="bg1"/>
                </a:solidFill>
              </a:defRPr>
            </a:lvl3pPr>
            <a:lvl4pPr marL="1371600" indent="0" algn="ctr">
              <a:buNone/>
              <a:defRPr sz="2400">
                <a:solidFill>
                  <a:schemeClr val="bg1"/>
                </a:solidFill>
              </a:defRPr>
            </a:lvl4pPr>
            <a:lvl5pPr marL="1828800" indent="0" algn="ctr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897656" y="3793881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529654C-4DCE-CBB4-4BA7-74D0EC3EB963}"/>
              </a:ext>
            </a:extLst>
          </p:cNvPr>
          <p:cNvGrpSpPr/>
          <p:nvPr userDrawn="1"/>
        </p:nvGrpSpPr>
        <p:grpSpPr>
          <a:xfrm>
            <a:off x="897656" y="6161203"/>
            <a:ext cx="4842685" cy="429764"/>
            <a:chOff x="2384568" y="6419574"/>
            <a:chExt cx="4161723" cy="369332"/>
          </a:xfrm>
        </p:grpSpPr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1E739D28-04EF-E5F5-AE3E-05983A573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A706AB-C5B5-40F2-B756-AD0F7D731AE5}"/>
                </a:ext>
              </a:extLst>
            </p:cNvPr>
            <p:cNvSpPr txBox="1"/>
            <p:nvPr userDrawn="1"/>
          </p:nvSpPr>
          <p:spPr>
            <a:xfrm>
              <a:off x="3588247" y="6419574"/>
              <a:ext cx="29580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94AF511-2F91-5CEA-AAAB-75308FF6C4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97657" y="4881013"/>
            <a:ext cx="4465176" cy="246221"/>
          </a:xfrm>
        </p:spPr>
        <p:txBody>
          <a:bodyPr wrap="square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spcAft>
                <a:spcPts val="60"/>
              </a:spcAft>
              <a:buNone/>
              <a:defRPr sz="1600" b="0" i="0">
                <a:solidFill>
                  <a:schemeClr val="bg1"/>
                </a:solidFill>
                <a:latin typeface="+mn-lt"/>
                <a:ea typeface="Roboto Light" panose="02000000000000000000" pitchFamily="2" charset="0"/>
              </a:defRPr>
            </a:lvl1pPr>
            <a:lvl2pPr marL="4572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 marL="9144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 marL="13716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 marL="1828800" indent="0" algn="ctr">
              <a:buNone/>
              <a:defRPr sz="16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3D2D23A-F403-7E2C-7D24-BA0C3B867C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609063" y="1516565"/>
            <a:ext cx="5843239" cy="383602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32A73F0-167E-610D-E038-566618F01F9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070" y="783630"/>
            <a:ext cx="1780479" cy="42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A0731A8F-A5F9-DD23-C897-CABCBA301C32}"/>
              </a:ext>
            </a:extLst>
          </p:cNvPr>
          <p:cNvSpPr/>
          <p:nvPr userDrawn="1"/>
        </p:nvSpPr>
        <p:spPr>
          <a:xfrm>
            <a:off x="0" y="2874040"/>
            <a:ext cx="12192000" cy="3983959"/>
          </a:xfrm>
          <a:custGeom>
            <a:avLst/>
            <a:gdLst>
              <a:gd name="connsiteX0" fmla="*/ 0 w 12192000"/>
              <a:gd name="connsiteY0" fmla="*/ 0 h 3728466"/>
              <a:gd name="connsiteX1" fmla="*/ 12192000 w 12192000"/>
              <a:gd name="connsiteY1" fmla="*/ 0 h 3728466"/>
              <a:gd name="connsiteX2" fmla="*/ 12192000 w 12192000"/>
              <a:gd name="connsiteY2" fmla="*/ 3728466 h 3728466"/>
              <a:gd name="connsiteX3" fmla="*/ 0 w 12192000"/>
              <a:gd name="connsiteY3" fmla="*/ 3728466 h 372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28466">
                <a:moveTo>
                  <a:pt x="0" y="0"/>
                </a:moveTo>
                <a:lnTo>
                  <a:pt x="12192000" y="0"/>
                </a:lnTo>
                <a:lnTo>
                  <a:pt x="12192000" y="3728466"/>
                </a:lnTo>
                <a:lnTo>
                  <a:pt x="0" y="3728466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61" name="Picture Placeholder 360">
            <a:extLst>
              <a:ext uri="{FF2B5EF4-FFF2-40B4-BE49-F238E27FC236}">
                <a16:creationId xmlns:a16="http://schemas.microsoft.com/office/drawing/2014/main" id="{BDA3E75D-82B9-D08B-2F03-A683518AC7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28968" y="1647919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2" name="Picture Placeholder 360">
            <a:extLst>
              <a:ext uri="{FF2B5EF4-FFF2-40B4-BE49-F238E27FC236}">
                <a16:creationId xmlns:a16="http://schemas.microsoft.com/office/drawing/2014/main" id="{B61B4DFE-D0E9-B57A-176A-09A1C664C9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99025" y="1654993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63" name="Picture Placeholder 360">
            <a:extLst>
              <a:ext uri="{FF2B5EF4-FFF2-40B4-BE49-F238E27FC236}">
                <a16:creationId xmlns:a16="http://schemas.microsoft.com/office/drawing/2014/main" id="{174E554B-4BD8-EF29-58CE-4FB93A18B3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58997" y="1677066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6634D6-1ACC-26AC-A117-291B7F184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/>
          <a:p>
            <a:r>
              <a:rPr lang="en-US" dirty="0"/>
              <a:t>One-sentence headline with the main takeaway message </a:t>
            </a:r>
            <a:br>
              <a:rPr lang="en-US" dirty="0"/>
            </a:br>
            <a:r>
              <a:rPr lang="en-US" dirty="0"/>
              <a:t>for the slide; no longer than two lines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B6D4833-11C2-F073-A788-EE5CF0875463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839855A-2E65-D041-0145-9228A25DEC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87DB2D28-593F-795D-4528-4F36687F3F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30374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section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7376F770-679C-5A79-745B-C16311760F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06516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section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BE984742-C45A-DB0D-15F8-E82D7B9C2F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83421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section</a:t>
            </a:r>
          </a:p>
        </p:txBody>
      </p:sp>
    </p:spTree>
    <p:extLst>
      <p:ext uri="{BB962C8B-B14F-4D97-AF65-F5344CB8AC3E}">
        <p14:creationId xmlns:p14="http://schemas.microsoft.com/office/powerpoint/2010/main" val="2068199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127BAF7-7A03-B6B3-4688-2EC146E87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with the main takeaway message </a:t>
            </a:r>
            <a:br>
              <a:rPr lang="en-US" dirty="0"/>
            </a:br>
            <a:r>
              <a:rPr lang="en-US" dirty="0"/>
              <a:t>for the slide; no longer than two 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C9F7CA-63AC-1736-17E3-F8C40F6055EC}"/>
              </a:ext>
            </a:extLst>
          </p:cNvPr>
          <p:cNvSpPr/>
          <p:nvPr userDrawn="1"/>
        </p:nvSpPr>
        <p:spPr>
          <a:xfrm>
            <a:off x="1963516" y="1371576"/>
            <a:ext cx="1743982" cy="1485470"/>
          </a:xfrm>
          <a:prstGeom prst="rect">
            <a:avLst/>
          </a:prstGeom>
          <a:solidFill>
            <a:schemeClr val="accent4"/>
          </a:solidFill>
          <a:ln w="4048" cap="flat">
            <a:noFill/>
            <a:prstDash val="solid"/>
            <a:miter/>
          </a:ln>
        </p:spPr>
        <p:txBody>
          <a:bodyPr lIns="164592" rtlCol="0" anchor="ctr"/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74D3E8-F858-C461-E97C-68927EB71CC6}"/>
              </a:ext>
            </a:extLst>
          </p:cNvPr>
          <p:cNvSpPr/>
          <p:nvPr userDrawn="1"/>
        </p:nvSpPr>
        <p:spPr>
          <a:xfrm>
            <a:off x="3707492" y="3038912"/>
            <a:ext cx="1743982" cy="1485470"/>
          </a:xfrm>
          <a:prstGeom prst="rect">
            <a:avLst/>
          </a:prstGeom>
          <a:solidFill>
            <a:schemeClr val="accent5"/>
          </a:solidFill>
          <a:ln w="4048" cap="flat">
            <a:noFill/>
            <a:prstDash val="solid"/>
            <a:miter/>
          </a:ln>
        </p:spPr>
        <p:txBody>
          <a:bodyPr lIns="164592" rtlCol="0" anchor="ctr"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E38164-6148-444B-7F01-D298BA0E2AB8}"/>
              </a:ext>
            </a:extLst>
          </p:cNvPr>
          <p:cNvSpPr/>
          <p:nvPr userDrawn="1"/>
        </p:nvSpPr>
        <p:spPr>
          <a:xfrm>
            <a:off x="5452154" y="4708229"/>
            <a:ext cx="1743982" cy="1485470"/>
          </a:xfrm>
          <a:prstGeom prst="rect">
            <a:avLst/>
          </a:prstGeom>
          <a:solidFill>
            <a:schemeClr val="bg2"/>
          </a:solidFill>
          <a:ln w="4048" cap="flat">
            <a:noFill/>
            <a:prstDash val="solid"/>
            <a:miter/>
          </a:ln>
        </p:spPr>
        <p:txBody>
          <a:bodyPr lIns="164592" rtlCol="0" anchor="ctr"/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Picture Placeholder 122">
            <a:extLst>
              <a:ext uri="{FF2B5EF4-FFF2-40B4-BE49-F238E27FC236}">
                <a16:creationId xmlns:a16="http://schemas.microsoft.com/office/drawing/2014/main" id="{87D78755-2DCD-D8CC-0E1B-26B8798C9E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07498" y="1371575"/>
            <a:ext cx="3075236" cy="148532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6CF92BF-DF64-B705-2535-AE3730B97B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62830" y="1371005"/>
            <a:ext cx="1744662" cy="1485900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section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310FC7CC-84CC-43A4-5964-07BD10E7DE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07492" y="3038912"/>
            <a:ext cx="1744662" cy="1485900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section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AD641646-00A1-FBA9-C51B-B35A8988EB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1474" y="4708229"/>
            <a:ext cx="1744662" cy="1485900"/>
          </a:xfrm>
        </p:spPr>
        <p:txBody>
          <a:bodyPr lIns="91440" tIns="182880" rIns="91440" bIns="182880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section</a:t>
            </a:r>
          </a:p>
        </p:txBody>
      </p:sp>
      <p:sp>
        <p:nvSpPr>
          <p:cNvPr id="32" name="Picture Placeholder 122">
            <a:extLst>
              <a:ext uri="{FF2B5EF4-FFF2-40B4-BE49-F238E27FC236}">
                <a16:creationId xmlns:a16="http://schemas.microsoft.com/office/drawing/2014/main" id="{A646BC9C-4F8B-B5BA-4137-4E5CE8FA2E8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451474" y="3039053"/>
            <a:ext cx="3075236" cy="148532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122">
            <a:extLst>
              <a:ext uri="{FF2B5EF4-FFF2-40B4-BE49-F238E27FC236}">
                <a16:creationId xmlns:a16="http://schemas.microsoft.com/office/drawing/2014/main" id="{30C68DC1-70B2-C7B0-A2FE-80122E4F85A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196136" y="4707799"/>
            <a:ext cx="3075236" cy="148532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067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Image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icture Placeholder 117">
            <a:extLst>
              <a:ext uri="{FF2B5EF4-FFF2-40B4-BE49-F238E27FC236}">
                <a16:creationId xmlns:a16="http://schemas.microsoft.com/office/drawing/2014/main" id="{FCAA6D76-9D9F-EEEC-3A19-B8672A58A5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45400" y="-6350"/>
            <a:ext cx="4546600" cy="2155825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1" name="Picture Placeholder 120">
            <a:extLst>
              <a:ext uri="{FF2B5EF4-FFF2-40B4-BE49-F238E27FC236}">
                <a16:creationId xmlns:a16="http://schemas.microsoft.com/office/drawing/2014/main" id="{374474B3-1A16-3799-2DA6-5E1F9B62F1F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45400" y="2352675"/>
            <a:ext cx="4546600" cy="2149475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3" name="Picture Placeholder 122">
            <a:extLst>
              <a:ext uri="{FF2B5EF4-FFF2-40B4-BE49-F238E27FC236}">
                <a16:creationId xmlns:a16="http://schemas.microsoft.com/office/drawing/2014/main" id="{0285EA67-185C-FA9B-F112-0DEA71BAF9A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45400" y="4703763"/>
            <a:ext cx="4546600" cy="21542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6736022" cy="1006475"/>
          </a:xfrm>
        </p:spPr>
        <p:txBody>
          <a:bodyPr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</a:t>
            </a:r>
            <a:br>
              <a:rPr lang="en-US" dirty="0"/>
            </a:br>
            <a:r>
              <a:rPr lang="en-US" dirty="0"/>
              <a:t>the main takeaway message 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561B3BD0-8400-FE4A-5A3F-210329D8A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4693" y="1817559"/>
            <a:ext cx="6763894" cy="4324823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96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55F232B-0EDE-9AF7-8505-73A82A1D984A}"/>
              </a:ext>
            </a:extLst>
          </p:cNvPr>
          <p:cNvSpPr/>
          <p:nvPr userDrawn="1"/>
        </p:nvSpPr>
        <p:spPr>
          <a:xfrm>
            <a:off x="0" y="0"/>
            <a:ext cx="467885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3899310" cy="1900997"/>
          </a:xfrm>
        </p:spPr>
        <p:txBody>
          <a:bodyPr/>
          <a:lstStyle/>
          <a:p>
            <a:r>
              <a:rPr lang="en-US" dirty="0"/>
              <a:t>One-sentence headline stating </a:t>
            </a:r>
            <a:br>
              <a:rPr lang="en-US" dirty="0"/>
            </a:br>
            <a:r>
              <a:rPr lang="en-US" dirty="0"/>
              <a:t>the main takeaway message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631247"/>
            <a:ext cx="3899310" cy="3511136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40400C1-7283-FABD-80B9-45AEE1D1F5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78363" y="0"/>
            <a:ext cx="7513637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059A002-CFDF-58EF-945F-28E943618A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7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Image se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reeform 141">
            <a:extLst>
              <a:ext uri="{FF2B5EF4-FFF2-40B4-BE49-F238E27FC236}">
                <a16:creationId xmlns:a16="http://schemas.microsoft.com/office/drawing/2014/main" id="{C5299A65-0A0F-7322-3425-6AD66F71B8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6" name="Picture Placeholder 135">
            <a:extLst>
              <a:ext uri="{FF2B5EF4-FFF2-40B4-BE49-F238E27FC236}">
                <a16:creationId xmlns:a16="http://schemas.microsoft.com/office/drawing/2014/main" id="{5DC2D7C4-BFF1-5433-4DFD-06CB8AACA1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42225" y="0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7" name="Picture Placeholder 135">
            <a:extLst>
              <a:ext uri="{FF2B5EF4-FFF2-40B4-BE49-F238E27FC236}">
                <a16:creationId xmlns:a16="http://schemas.microsoft.com/office/drawing/2014/main" id="{859767F7-2911-36C4-18C3-120D9FA7D6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44833" y="0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8" name="Picture Placeholder 135">
            <a:extLst>
              <a:ext uri="{FF2B5EF4-FFF2-40B4-BE49-F238E27FC236}">
                <a16:creationId xmlns:a16="http://schemas.microsoft.com/office/drawing/2014/main" id="{FC9DC632-E163-36B5-D009-C524396761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42225" y="2353563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9" name="Picture Placeholder 135">
            <a:extLst>
              <a:ext uri="{FF2B5EF4-FFF2-40B4-BE49-F238E27FC236}">
                <a16:creationId xmlns:a16="http://schemas.microsoft.com/office/drawing/2014/main" id="{99255166-5F9E-0685-2DC9-C0962F7791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44833" y="2353563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0" name="Picture Placeholder 135">
            <a:extLst>
              <a:ext uri="{FF2B5EF4-FFF2-40B4-BE49-F238E27FC236}">
                <a16:creationId xmlns:a16="http://schemas.microsoft.com/office/drawing/2014/main" id="{0FA78FC9-062C-7D60-CDA4-C25CE63F78E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642225" y="4706937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1" name="Picture Placeholder 135">
            <a:extLst>
              <a:ext uri="{FF2B5EF4-FFF2-40B4-BE49-F238E27FC236}">
                <a16:creationId xmlns:a16="http://schemas.microsoft.com/office/drawing/2014/main" id="{9521219C-7211-80DE-D33B-4B26EA6EEE9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44833" y="4706937"/>
            <a:ext cx="2151063" cy="2151063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6736022" cy="886397"/>
          </a:xfrm>
        </p:spPr>
        <p:txBody>
          <a:bodyPr anchor="t" anchorCtr="0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</a:t>
            </a:r>
            <a:br>
              <a:rPr lang="en-US" dirty="0"/>
            </a:br>
            <a:r>
              <a:rPr lang="en-US" dirty="0"/>
              <a:t>the main takeaway message 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561B3BD0-8400-FE4A-5A3F-210329D8A1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4693" y="1817560"/>
            <a:ext cx="6763894" cy="4354640"/>
          </a:xfrm>
        </p:spPr>
        <p:txBody>
          <a:bodyPr tIns="91440" anchor="t" anchorCtr="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spcBef>
                <a:spcPts val="1200"/>
              </a:spcBef>
              <a:spcAft>
                <a:spcPts val="60"/>
              </a:spcAft>
              <a:defRPr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spcBef>
                <a:spcPts val="1200"/>
              </a:spcBef>
              <a:spcAft>
                <a:spcPts val="60"/>
              </a:spcAft>
              <a:defRPr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  <a:lvl4pPr>
              <a:spcBef>
                <a:spcPts val="1200"/>
              </a:spcBef>
              <a:spcAft>
                <a:spcPts val="60"/>
              </a:spcAft>
              <a:defRPr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4pPr>
            <a:lvl5pPr>
              <a:spcBef>
                <a:spcPts val="1200"/>
              </a:spcBef>
              <a:spcAft>
                <a:spcPts val="60"/>
              </a:spcAft>
              <a:defRPr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5pPr>
          </a:lstStyle>
          <a:p>
            <a:r>
              <a:rPr lang="en-US" dirty="0"/>
              <a:t>Supporting point 1</a:t>
            </a:r>
          </a:p>
          <a:p>
            <a:r>
              <a:rPr lang="en-US" dirty="0"/>
              <a:t>Supporting point 2</a:t>
            </a:r>
          </a:p>
          <a:p>
            <a:r>
              <a:rPr lang="en-US" dirty="0"/>
              <a:t>Supporting point 3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562B7F0-6B0A-3291-2731-E56176CBCD7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EE7C435-1FA7-78B6-5FBF-709DE092FE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5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raphic 285">
            <a:extLst>
              <a:ext uri="{FF2B5EF4-FFF2-40B4-BE49-F238E27FC236}">
                <a16:creationId xmlns:a16="http://schemas.microsoft.com/office/drawing/2014/main" id="{4013C738-DD97-6098-5C6E-69C6DA874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71230B-9536-B5A5-160D-DBECD2D263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3157" y="2624569"/>
            <a:ext cx="11045686" cy="498598"/>
          </a:xfrm>
        </p:spPr>
        <p:txBody>
          <a:bodyPr anchor="t" anchorCtr="0"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the main takeaway</a:t>
            </a:r>
          </a:p>
        </p:txBody>
      </p:sp>
      <p:sp>
        <p:nvSpPr>
          <p:cNvPr id="320" name="Text Placeholder 368">
            <a:extLst>
              <a:ext uri="{FF2B5EF4-FFF2-40B4-BE49-F238E27FC236}">
                <a16:creationId xmlns:a16="http://schemas.microsoft.com/office/drawing/2014/main" id="{EE706859-C661-2A5C-56D3-6BE7DBBC71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6069" y="3774422"/>
            <a:ext cx="11062774" cy="249299"/>
          </a:xfrm>
        </p:spPr>
        <p:txBody>
          <a:bodyPr anchor="t" anchorCtr="0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18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One-sentence connected to the main takeaway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D526D-05AB-C716-46F5-6CDC1D14E2ED}"/>
              </a:ext>
            </a:extLst>
          </p:cNvPr>
          <p:cNvSpPr/>
          <p:nvPr userDrawn="1"/>
        </p:nvSpPr>
        <p:spPr>
          <a:xfrm>
            <a:off x="5668818" y="3393042"/>
            <a:ext cx="854364" cy="719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C5D6D4-E7B7-6C45-59D0-554A5C0671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90CAB2-9585-BA89-5C2E-B28EE49E99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raphic 285">
            <a:extLst>
              <a:ext uri="{FF2B5EF4-FFF2-40B4-BE49-F238E27FC236}">
                <a16:creationId xmlns:a16="http://schemas.microsoft.com/office/drawing/2014/main" id="{4013C738-DD97-6098-5C6E-69C6DA8745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A6C5D6D4-E7B7-6C45-59D0-554A5C06715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790CAB2-9585-BA89-5C2E-B28EE49E99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6029C52-FEBA-E897-C815-3A6283D16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the main takeaway message for the slide; no longer than two lines </a:t>
            </a:r>
          </a:p>
        </p:txBody>
      </p:sp>
    </p:spTree>
    <p:extLst>
      <p:ext uri="{BB962C8B-B14F-4D97-AF65-F5344CB8AC3E}">
        <p14:creationId xmlns:p14="http://schemas.microsoft.com/office/powerpoint/2010/main" val="8418862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 dirty="0"/>
              <a:t>One-sentence headline stating the main takeaway message for the slide; no longer than two lines </a:t>
            </a:r>
          </a:p>
        </p:txBody>
      </p:sp>
    </p:spTree>
    <p:extLst>
      <p:ext uri="{BB962C8B-B14F-4D97-AF65-F5344CB8AC3E}">
        <p14:creationId xmlns:p14="http://schemas.microsoft.com/office/powerpoint/2010/main" val="4167105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5791-4F91-34B2-5F77-014A7A421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 dirty="0"/>
              <a:t>One-sentence headline stating the main takeaway message for the slide; no longer than two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E7B4-2380-B18C-C8C1-09BD437D6B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4692" y="1825625"/>
            <a:ext cx="11315194" cy="406182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900239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1825625"/>
            <a:ext cx="5563532" cy="4131422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43592" y="1825625"/>
            <a:ext cx="5563532" cy="4131422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7C102EF-A95D-C917-FF68-A16CB75B3C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 dirty="0"/>
              <a:t>One-sentence headline stating the main takeaway message for the slide; no longer than two lines </a:t>
            </a:r>
          </a:p>
        </p:txBody>
      </p:sp>
    </p:spTree>
    <p:extLst>
      <p:ext uri="{BB962C8B-B14F-4D97-AF65-F5344CB8AC3E}">
        <p14:creationId xmlns:p14="http://schemas.microsoft.com/office/powerpoint/2010/main" val="4115577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-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 for the slide; no longer than two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51529"/>
            <a:ext cx="5528426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61C74-5281-AA62-3E0D-EBE314E66AD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7905" y="2151529"/>
            <a:ext cx="5534113" cy="3805518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C3355DA-324C-FAD8-4E0B-AEAD06F3F5FE}"/>
              </a:ext>
            </a:extLst>
          </p:cNvPr>
          <p:cNvSpPr/>
          <p:nvPr/>
        </p:nvSpPr>
        <p:spPr>
          <a:xfrm>
            <a:off x="314692" y="1636672"/>
            <a:ext cx="5533588" cy="433965"/>
          </a:xfrm>
          <a:custGeom>
            <a:avLst/>
            <a:gdLst>
              <a:gd name="connsiteX0" fmla="*/ 5357305 w 5357304"/>
              <a:gd name="connsiteY0" fmla="*/ 0 h 373951"/>
              <a:gd name="connsiteX1" fmla="*/ 5357305 w 5357304"/>
              <a:gd name="connsiteY1" fmla="*/ 373951 h 373951"/>
              <a:gd name="connsiteX2" fmla="*/ 5227765 w 5357304"/>
              <a:gd name="connsiteY2" fmla="*/ 373951 h 373951"/>
              <a:gd name="connsiteX3" fmla="*/ 2843848 w 5357304"/>
              <a:gd name="connsiteY3" fmla="*/ 373951 h 373951"/>
              <a:gd name="connsiteX4" fmla="*/ 0 w 5357304"/>
              <a:gd name="connsiteY4" fmla="*/ 373951 h 373951"/>
              <a:gd name="connsiteX5" fmla="*/ 0 w 5357304"/>
              <a:gd name="connsiteY5" fmla="*/ 0 h 373951"/>
              <a:gd name="connsiteX6" fmla="*/ 2843848 w 5357304"/>
              <a:gd name="connsiteY6" fmla="*/ 0 h 373951"/>
              <a:gd name="connsiteX7" fmla="*/ 5357305 w 5357304"/>
              <a:gd name="connsiteY7" fmla="*/ 0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7304" h="373951">
                <a:moveTo>
                  <a:pt x="5357305" y="0"/>
                </a:moveTo>
                <a:lnTo>
                  <a:pt x="5357305" y="373951"/>
                </a:lnTo>
                <a:lnTo>
                  <a:pt x="5227765" y="373951"/>
                </a:lnTo>
                <a:lnTo>
                  <a:pt x="2843848" y="373951"/>
                </a:lnTo>
                <a:lnTo>
                  <a:pt x="0" y="373951"/>
                </a:lnTo>
                <a:lnTo>
                  <a:pt x="0" y="0"/>
                </a:lnTo>
                <a:lnTo>
                  <a:pt x="2843848" y="0"/>
                </a:lnTo>
                <a:lnTo>
                  <a:pt x="5357305" y="0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B8126676-7946-E0DD-5919-B78DBFBB13D6}"/>
              </a:ext>
            </a:extLst>
          </p:cNvPr>
          <p:cNvSpPr/>
          <p:nvPr/>
        </p:nvSpPr>
        <p:spPr>
          <a:xfrm>
            <a:off x="6238430" y="1636672"/>
            <a:ext cx="5533588" cy="433965"/>
          </a:xfrm>
          <a:custGeom>
            <a:avLst/>
            <a:gdLst>
              <a:gd name="connsiteX0" fmla="*/ 5357305 w 5357304"/>
              <a:gd name="connsiteY0" fmla="*/ 0 h 373951"/>
              <a:gd name="connsiteX1" fmla="*/ 5357305 w 5357304"/>
              <a:gd name="connsiteY1" fmla="*/ 373951 h 373951"/>
              <a:gd name="connsiteX2" fmla="*/ 5227764 w 5357304"/>
              <a:gd name="connsiteY2" fmla="*/ 373951 h 373951"/>
              <a:gd name="connsiteX3" fmla="*/ 2843848 w 5357304"/>
              <a:gd name="connsiteY3" fmla="*/ 373951 h 373951"/>
              <a:gd name="connsiteX4" fmla="*/ 0 w 5357304"/>
              <a:gd name="connsiteY4" fmla="*/ 373951 h 373951"/>
              <a:gd name="connsiteX5" fmla="*/ 0 w 5357304"/>
              <a:gd name="connsiteY5" fmla="*/ 0 h 373951"/>
              <a:gd name="connsiteX6" fmla="*/ 2843848 w 5357304"/>
              <a:gd name="connsiteY6" fmla="*/ 0 h 373951"/>
              <a:gd name="connsiteX7" fmla="*/ 5357305 w 5357304"/>
              <a:gd name="connsiteY7" fmla="*/ 0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57304" h="373951">
                <a:moveTo>
                  <a:pt x="5357305" y="0"/>
                </a:moveTo>
                <a:lnTo>
                  <a:pt x="5357305" y="373951"/>
                </a:lnTo>
                <a:lnTo>
                  <a:pt x="5227764" y="373951"/>
                </a:lnTo>
                <a:lnTo>
                  <a:pt x="2843848" y="373951"/>
                </a:lnTo>
                <a:lnTo>
                  <a:pt x="0" y="373951"/>
                </a:lnTo>
                <a:lnTo>
                  <a:pt x="0" y="0"/>
                </a:lnTo>
                <a:lnTo>
                  <a:pt x="2843848" y="0"/>
                </a:lnTo>
                <a:lnTo>
                  <a:pt x="5357305" y="0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3" name="Text Placeholder 212">
            <a:extLst>
              <a:ext uri="{FF2B5EF4-FFF2-40B4-BE49-F238E27FC236}">
                <a16:creationId xmlns:a16="http://schemas.microsoft.com/office/drawing/2014/main" id="{909EEC45-74F6-4D4A-3802-30D0534694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1" y="1636713"/>
            <a:ext cx="5534113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  <p:sp>
        <p:nvSpPr>
          <p:cNvPr id="214" name="Text Placeholder 212">
            <a:extLst>
              <a:ext uri="{FF2B5EF4-FFF2-40B4-BE49-F238E27FC236}">
                <a16:creationId xmlns:a16="http://schemas.microsoft.com/office/drawing/2014/main" id="{42664C13-6E3D-7C64-6F1D-E284E4609D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8429" y="1636672"/>
            <a:ext cx="5534113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</p:spTree>
    <p:extLst>
      <p:ext uri="{BB962C8B-B14F-4D97-AF65-F5344CB8AC3E}">
        <p14:creationId xmlns:p14="http://schemas.microsoft.com/office/powerpoint/2010/main" val="2000835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-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31846654-6835-CFFC-15E4-5A6E77573C13}"/>
              </a:ext>
            </a:extLst>
          </p:cNvPr>
          <p:cNvSpPr/>
          <p:nvPr/>
        </p:nvSpPr>
        <p:spPr>
          <a:xfrm>
            <a:off x="314692" y="1636672"/>
            <a:ext cx="3665806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00" name="Freeform 1799">
            <a:extLst>
              <a:ext uri="{FF2B5EF4-FFF2-40B4-BE49-F238E27FC236}">
                <a16:creationId xmlns:a16="http://schemas.microsoft.com/office/drawing/2014/main" id="{2158B643-744C-E4DD-EB4D-DA7C87CCA463}"/>
              </a:ext>
            </a:extLst>
          </p:cNvPr>
          <p:cNvSpPr/>
          <p:nvPr/>
        </p:nvSpPr>
        <p:spPr>
          <a:xfrm>
            <a:off x="8139365" y="1636672"/>
            <a:ext cx="3665806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3" name="Text Placeholder 212">
            <a:extLst>
              <a:ext uri="{FF2B5EF4-FFF2-40B4-BE49-F238E27FC236}">
                <a16:creationId xmlns:a16="http://schemas.microsoft.com/office/drawing/2014/main" id="{909EEC45-74F6-4D4A-3802-30D0534694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1" y="1636713"/>
            <a:ext cx="3646421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  <p:sp>
        <p:nvSpPr>
          <p:cNvPr id="3429" name="Text Placeholder 212">
            <a:extLst>
              <a:ext uri="{FF2B5EF4-FFF2-40B4-BE49-F238E27FC236}">
                <a16:creationId xmlns:a16="http://schemas.microsoft.com/office/drawing/2014/main" id="{853CBCD8-5D3A-0441-6161-5960D4DE2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1283" y="1636713"/>
            <a:ext cx="3646421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  <p:sp>
        <p:nvSpPr>
          <p:cNvPr id="3431" name="Text Placeholder 212">
            <a:extLst>
              <a:ext uri="{FF2B5EF4-FFF2-40B4-BE49-F238E27FC236}">
                <a16:creationId xmlns:a16="http://schemas.microsoft.com/office/drawing/2014/main" id="{C31F539B-83B4-84DA-2A7A-69A0245FA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59995" y="1636713"/>
            <a:ext cx="3646421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 for the slide; no longer than two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91870"/>
            <a:ext cx="365069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28076" y="2191870"/>
            <a:ext cx="364642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56060" y="2191870"/>
            <a:ext cx="3647391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1401445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3">
            <a:extLst>
              <a:ext uri="{FF2B5EF4-FFF2-40B4-BE49-F238E27FC236}">
                <a16:creationId xmlns:a16="http://schemas.microsoft.com/office/drawing/2014/main" id="{14819B2D-3933-9761-A0E0-F8A47EFAE83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917575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the main takeaway message for the slide; no longer than two lines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Picture Placeholder 360">
            <a:extLst>
              <a:ext uri="{FF2B5EF4-FFF2-40B4-BE49-F238E27FC236}">
                <a16:creationId xmlns:a16="http://schemas.microsoft.com/office/drawing/2014/main" id="{22CDA623-F17D-C055-60D8-139C9924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73908" y="1647919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3347E071-335C-4249-3E65-B4125AADA3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9380" y="1654993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360">
            <a:extLst>
              <a:ext uri="{FF2B5EF4-FFF2-40B4-BE49-F238E27FC236}">
                <a16:creationId xmlns:a16="http://schemas.microsoft.com/office/drawing/2014/main" id="{3FE91602-2738-A673-EBF8-A0ACA14E65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6285" y="1677066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9403276D-5FB8-BD3C-65B5-24E0F431AC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73238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1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DEAD8E05-AA79-AD7E-E31D-26EE870F83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9380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2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A7759041-293D-A1CE-7012-E2391337B1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6285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296653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-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1">
            <a:extLst>
              <a:ext uri="{FF2B5EF4-FFF2-40B4-BE49-F238E27FC236}">
                <a16:creationId xmlns:a16="http://schemas.microsoft.com/office/drawing/2014/main" id="{31846654-6835-CFFC-15E4-5A6E77573C13}"/>
              </a:ext>
            </a:extLst>
          </p:cNvPr>
          <p:cNvSpPr/>
          <p:nvPr/>
        </p:nvSpPr>
        <p:spPr>
          <a:xfrm>
            <a:off x="314692" y="1636672"/>
            <a:ext cx="2755330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sp>
        <p:nvSpPr>
          <p:cNvPr id="986" name="Freeform 985">
            <a:extLst>
              <a:ext uri="{FF2B5EF4-FFF2-40B4-BE49-F238E27FC236}">
                <a16:creationId xmlns:a16="http://schemas.microsoft.com/office/drawing/2014/main" id="{DD9191FA-8884-C2D5-4585-3E38817331A0}"/>
              </a:ext>
            </a:extLst>
          </p:cNvPr>
          <p:cNvSpPr/>
          <p:nvPr/>
        </p:nvSpPr>
        <p:spPr>
          <a:xfrm>
            <a:off x="3223131" y="1636672"/>
            <a:ext cx="2755330" cy="373951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00" name="Freeform 1799">
            <a:extLst>
              <a:ext uri="{FF2B5EF4-FFF2-40B4-BE49-F238E27FC236}">
                <a16:creationId xmlns:a16="http://schemas.microsoft.com/office/drawing/2014/main" id="{2158B643-744C-E4DD-EB4D-DA7C87CCA463}"/>
              </a:ext>
            </a:extLst>
          </p:cNvPr>
          <p:cNvSpPr/>
          <p:nvPr/>
        </p:nvSpPr>
        <p:spPr>
          <a:xfrm>
            <a:off x="6144761" y="1636672"/>
            <a:ext cx="2740760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1 w 2513520"/>
              <a:gd name="connsiteY1" fmla="*/ 0 h 373951"/>
              <a:gd name="connsiteX2" fmla="*/ 2513521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1" y="0"/>
                </a:lnTo>
                <a:lnTo>
                  <a:pt x="2513521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14" name="Freeform 2613">
            <a:extLst>
              <a:ext uri="{FF2B5EF4-FFF2-40B4-BE49-F238E27FC236}">
                <a16:creationId xmlns:a16="http://schemas.microsoft.com/office/drawing/2014/main" id="{2FDB1E58-ABCD-30F4-4DE0-D0A3D27B0B3B}"/>
              </a:ext>
            </a:extLst>
          </p:cNvPr>
          <p:cNvSpPr/>
          <p:nvPr/>
        </p:nvSpPr>
        <p:spPr>
          <a:xfrm>
            <a:off x="9070721" y="1636672"/>
            <a:ext cx="2755330" cy="433965"/>
          </a:xfrm>
          <a:custGeom>
            <a:avLst/>
            <a:gdLst>
              <a:gd name="connsiteX0" fmla="*/ 0 w 2513520"/>
              <a:gd name="connsiteY0" fmla="*/ 0 h 373951"/>
              <a:gd name="connsiteX1" fmla="*/ 2513520 w 2513520"/>
              <a:gd name="connsiteY1" fmla="*/ 0 h 373951"/>
              <a:gd name="connsiteX2" fmla="*/ 2513520 w 2513520"/>
              <a:gd name="connsiteY2" fmla="*/ 373952 h 373951"/>
              <a:gd name="connsiteX3" fmla="*/ 0 w 2513520"/>
              <a:gd name="connsiteY3" fmla="*/ 373952 h 373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3520" h="373951">
                <a:moveTo>
                  <a:pt x="0" y="0"/>
                </a:moveTo>
                <a:lnTo>
                  <a:pt x="2513520" y="0"/>
                </a:lnTo>
                <a:lnTo>
                  <a:pt x="2513520" y="373952"/>
                </a:lnTo>
                <a:lnTo>
                  <a:pt x="0" y="373952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3" name="Text Placeholder 212">
            <a:extLst>
              <a:ext uri="{FF2B5EF4-FFF2-40B4-BE49-F238E27FC236}">
                <a16:creationId xmlns:a16="http://schemas.microsoft.com/office/drawing/2014/main" id="{909EEC45-74F6-4D4A-3802-30D0534694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4692" y="1636713"/>
            <a:ext cx="2740760" cy="433965"/>
          </a:xfrm>
        </p:spPr>
        <p:txBody>
          <a:bodyPr wrap="square" lIns="182880" tIns="91440" rIns="91440" bIns="91440">
            <a:sp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  <p:sp>
        <p:nvSpPr>
          <p:cNvPr id="3429" name="Text Placeholder 212">
            <a:extLst>
              <a:ext uri="{FF2B5EF4-FFF2-40B4-BE49-F238E27FC236}">
                <a16:creationId xmlns:a16="http://schemas.microsoft.com/office/drawing/2014/main" id="{853CBCD8-5D3A-0441-6161-5960D4DE2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701" y="1636713"/>
            <a:ext cx="2740760" cy="433965"/>
          </a:xfrm>
          <a:solidFill>
            <a:schemeClr val="tx2"/>
          </a:solidFill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  <p:sp>
        <p:nvSpPr>
          <p:cNvPr id="3431" name="Text Placeholder 212">
            <a:extLst>
              <a:ext uri="{FF2B5EF4-FFF2-40B4-BE49-F238E27FC236}">
                <a16:creationId xmlns:a16="http://schemas.microsoft.com/office/drawing/2014/main" id="{C31F539B-83B4-84DA-2A7A-69A0245FA3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44761" y="1636713"/>
            <a:ext cx="2740760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  <p:sp>
        <p:nvSpPr>
          <p:cNvPr id="3433" name="Text Placeholder 212">
            <a:extLst>
              <a:ext uri="{FF2B5EF4-FFF2-40B4-BE49-F238E27FC236}">
                <a16:creationId xmlns:a16="http://schemas.microsoft.com/office/drawing/2014/main" id="{13B81730-FDA6-818A-892D-1FB9DA8DCF2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9571" y="1636713"/>
            <a:ext cx="2740760" cy="433965"/>
          </a:xfrm>
        </p:spPr>
        <p:txBody>
          <a:bodyPr wrap="square" lIns="182880" tIns="91440" rIns="91440" bIns="9144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headline stating the main takeaway message for the slide; no longer than two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2" y="2191870"/>
            <a:ext cx="2743968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3428" name="Content Placeholder 2">
            <a:extLst>
              <a:ext uri="{FF2B5EF4-FFF2-40B4-BE49-F238E27FC236}">
                <a16:creationId xmlns:a16="http://schemas.microsoft.com/office/drawing/2014/main" id="{91B561D3-B6AC-5C9F-026F-E37DD262A783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237701" y="2191870"/>
            <a:ext cx="2740760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3430" name="Content Placeholder 2">
            <a:extLst>
              <a:ext uri="{FF2B5EF4-FFF2-40B4-BE49-F238E27FC236}">
                <a16:creationId xmlns:a16="http://schemas.microsoft.com/office/drawing/2014/main" id="{0971FFF4-0C2D-A4E6-1474-3D6A4F0506DA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144032" y="2191870"/>
            <a:ext cx="2741489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  <p:sp>
        <p:nvSpPr>
          <p:cNvPr id="3432" name="Content Placeholder 2">
            <a:extLst>
              <a:ext uri="{FF2B5EF4-FFF2-40B4-BE49-F238E27FC236}">
                <a16:creationId xmlns:a16="http://schemas.microsoft.com/office/drawing/2014/main" id="{13E0DCF4-21AE-4C71-696D-13E98DC66059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9069571" y="2191870"/>
            <a:ext cx="2737553" cy="3617259"/>
          </a:xfrm>
        </p:spPr>
        <p:txBody>
          <a:bodyPr lIns="182880" tIns="91440" rIns="91440" bIns="91440">
            <a:noAutofit/>
          </a:bodyPr>
          <a:lstStyle>
            <a:lvl1pPr marL="0" indent="0">
              <a:spcBef>
                <a:spcPts val="1200"/>
              </a:spcBef>
              <a:spcAft>
                <a:spcPts val="60"/>
              </a:spcAft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2pPr>
            <a:lvl3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spcAft>
                <a:spcPts val="60"/>
              </a:spcAft>
              <a:defRPr sz="1600">
                <a:solidFill>
                  <a:schemeClr val="tx1"/>
                </a:solidFill>
              </a:defRPr>
            </a:lvl4pPr>
            <a:lvl5pPr>
              <a:spcBef>
                <a:spcPts val="1200"/>
              </a:spcBef>
              <a:spcAft>
                <a:spcPts val="60"/>
              </a:spcAft>
              <a:defRPr sz="1600"/>
            </a:lvl5pPr>
          </a:lstStyle>
          <a:p>
            <a:r>
              <a:rPr lang="en-US" dirty="0"/>
              <a:t>Supporting point 1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49818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upport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60">
            <a:extLst>
              <a:ext uri="{FF2B5EF4-FFF2-40B4-BE49-F238E27FC236}">
                <a16:creationId xmlns:a16="http://schemas.microsoft.com/office/drawing/2014/main" id="{406AFED2-ED49-1112-B21D-D2ECF91333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580965" y="1776677"/>
            <a:ext cx="2194560" cy="185546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360">
            <a:extLst>
              <a:ext uri="{FF2B5EF4-FFF2-40B4-BE49-F238E27FC236}">
                <a16:creationId xmlns:a16="http://schemas.microsoft.com/office/drawing/2014/main" id="{939E5704-91D7-1C33-1BB9-D89551BB48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0965" y="3929080"/>
            <a:ext cx="2194560" cy="185546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360">
            <a:extLst>
              <a:ext uri="{FF2B5EF4-FFF2-40B4-BE49-F238E27FC236}">
                <a16:creationId xmlns:a16="http://schemas.microsoft.com/office/drawing/2014/main" id="{18357D60-C329-E014-7EC4-02AD7930A5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21865" y="1776677"/>
            <a:ext cx="2194560" cy="185546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360">
            <a:extLst>
              <a:ext uri="{FF2B5EF4-FFF2-40B4-BE49-F238E27FC236}">
                <a16:creationId xmlns:a16="http://schemas.microsoft.com/office/drawing/2014/main" id="{1823B7A0-FA70-81A4-C409-2C310328D2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21865" y="3929080"/>
            <a:ext cx="2194560" cy="185546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8F5D4-4948-A730-AC23-EF31274A0DE1}"/>
              </a:ext>
            </a:extLst>
          </p:cNvPr>
          <p:cNvSpPr/>
          <p:nvPr/>
        </p:nvSpPr>
        <p:spPr>
          <a:xfrm>
            <a:off x="1384410" y="1758337"/>
            <a:ext cx="2199902" cy="1873809"/>
          </a:xfrm>
          <a:prstGeom prst="rect">
            <a:avLst/>
          </a:prstGeom>
          <a:solidFill>
            <a:schemeClr val="tx2"/>
          </a:solidFill>
          <a:ln w="4048" cap="flat">
            <a:noFill/>
            <a:prstDash val="solid"/>
            <a:miter/>
          </a:ln>
        </p:spPr>
        <p:txBody>
          <a:bodyPr lIns="164592" rtlCol="0" anchor="ctr"/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60"/>
              </a:spcAft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4D16B10-4114-3D13-50FC-848A872439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84410" y="3911299"/>
            <a:ext cx="2192338" cy="1873250"/>
          </a:xfrm>
          <a:solidFill>
            <a:schemeClr val="accent5"/>
          </a:solidFill>
        </p:spPr>
        <p:txBody>
          <a:bodyPr lIns="182880" tIns="18288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2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69C9FFD-3BEB-F410-9877-CC941D3224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29527" y="1758896"/>
            <a:ext cx="2192338" cy="1873250"/>
          </a:xfrm>
          <a:solidFill>
            <a:schemeClr val="tx1"/>
          </a:solidFill>
        </p:spPr>
        <p:txBody>
          <a:bodyPr lIns="182880" tIns="18288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3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39CDA33-6D16-DEAF-0280-749663549D5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9527" y="3911299"/>
            <a:ext cx="2192338" cy="1873250"/>
          </a:xfrm>
          <a:solidFill>
            <a:schemeClr val="accent4"/>
          </a:solidFill>
        </p:spPr>
        <p:txBody>
          <a:bodyPr lIns="182880" tIns="18288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EEC8D-F30D-2272-2A4E-CD93B0D75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 dirty="0"/>
              <a:t>One-sentence headline stating the main takeaway message for the slide; no longer than two lines  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D367424-2836-F9CD-5A49-338976693C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84410" y="1758896"/>
            <a:ext cx="2192338" cy="1873250"/>
          </a:xfrm>
        </p:spPr>
        <p:txBody>
          <a:bodyPr lIns="182880" tIns="18288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1</a:t>
            </a:r>
          </a:p>
        </p:txBody>
      </p:sp>
    </p:spTree>
    <p:extLst>
      <p:ext uri="{BB962C8B-B14F-4D97-AF65-F5344CB8AC3E}">
        <p14:creationId xmlns:p14="http://schemas.microsoft.com/office/powerpoint/2010/main" val="950612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-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high angle view of a city&#10;&#10;Description automatically generated">
            <a:extLst>
              <a:ext uri="{FF2B5EF4-FFF2-40B4-BE49-F238E27FC236}">
                <a16:creationId xmlns:a16="http://schemas.microsoft.com/office/drawing/2014/main" id="{23DA0192-253A-9416-8E30-B9B66EED5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FB722-2E40-971C-7B7A-5663B28FCD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9145" y="2258209"/>
            <a:ext cx="12210290" cy="664797"/>
          </a:xfrm>
        </p:spPr>
        <p:txBody>
          <a:bodyPr anchor="t" anchorCtr="0">
            <a:noAutofit/>
          </a:bodyPr>
          <a:lstStyle>
            <a:lvl1pPr algn="ctr">
              <a:spcBef>
                <a:spcPts val="1200"/>
              </a:spcBef>
              <a:spcAft>
                <a:spcPts val="60"/>
              </a:spcAft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One-sentence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CE055-46B1-6279-21B5-27B8352AB9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2922742"/>
            <a:ext cx="12192000" cy="397032"/>
          </a:xfrm>
        </p:spPr>
        <p:txBody>
          <a:bodyPr tIns="91440" anchor="t" anchorCtr="0">
            <a:noAutofit/>
          </a:bodyPr>
          <a:lstStyle>
            <a:lvl1pPr marL="0" indent="0" algn="ctr">
              <a:spcBef>
                <a:spcPts val="1200"/>
              </a:spcBef>
              <a:spcAft>
                <a:spcPts val="60"/>
              </a:spcAft>
              <a:buNone/>
              <a:defRPr sz="2200" b="1" spc="3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ONE SENTENCE SUBTITLE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65AA18-2C89-EB56-1919-13EF35EFFBC8}"/>
              </a:ext>
            </a:extLst>
          </p:cNvPr>
          <p:cNvSpPr/>
          <p:nvPr userDrawn="1"/>
        </p:nvSpPr>
        <p:spPr>
          <a:xfrm>
            <a:off x="5668818" y="3468601"/>
            <a:ext cx="854364" cy="719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567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- So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high angle view of a city&#10;&#10;Description automatically generated">
            <a:extLst>
              <a:ext uri="{FF2B5EF4-FFF2-40B4-BE49-F238E27FC236}">
                <a16:creationId xmlns:a16="http://schemas.microsoft.com/office/drawing/2014/main" id="{23DA0192-253A-9416-8E30-B9B66EED54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1B10DD8E-E016-58F8-208C-69AD92BED39D}"/>
              </a:ext>
            </a:extLst>
          </p:cNvPr>
          <p:cNvSpPr/>
          <p:nvPr userDrawn="1"/>
        </p:nvSpPr>
        <p:spPr>
          <a:xfrm>
            <a:off x="0" y="0"/>
            <a:ext cx="12192000" cy="2575976"/>
          </a:xfrm>
          <a:prstGeom prst="rect">
            <a:avLst/>
          </a:prstGeom>
          <a:gradFill>
            <a:gsLst>
              <a:gs pos="57000">
                <a:srgbClr val="FFFFFF">
                  <a:alpha val="62000"/>
                </a:srgbClr>
              </a:gs>
              <a:gs pos="15000">
                <a:schemeClr val="bg1">
                  <a:alpha val="91598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658225E5-2430-3783-F06E-A0A40A656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8863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E904804-90C2-92CD-EBBE-DEE84A1EF57E}"/>
              </a:ext>
            </a:extLst>
          </p:cNvPr>
          <p:cNvGrpSpPr/>
          <p:nvPr userDrawn="1"/>
        </p:nvGrpSpPr>
        <p:grpSpPr>
          <a:xfrm>
            <a:off x="2230425" y="1950223"/>
            <a:ext cx="7731150" cy="1180116"/>
            <a:chOff x="2419238" y="1689595"/>
            <a:chExt cx="7333183" cy="1119369"/>
          </a:xfrm>
        </p:grpSpPr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B35B19EB-28CC-5046-67D8-0AC0F092D8F9}"/>
                </a:ext>
              </a:extLst>
            </p:cNvPr>
            <p:cNvSpPr/>
            <p:nvPr userDrawn="1"/>
          </p:nvSpPr>
          <p:spPr>
            <a:xfrm>
              <a:off x="6151118" y="1690962"/>
              <a:ext cx="1113318" cy="1113317"/>
            </a:xfrm>
            <a:custGeom>
              <a:avLst/>
              <a:gdLst>
                <a:gd name="connsiteX0" fmla="*/ 0 w 543306"/>
                <a:gd name="connsiteY0" fmla="*/ 0 h 543305"/>
                <a:gd name="connsiteX1" fmla="*/ 543306 w 543306"/>
                <a:gd name="connsiteY1" fmla="*/ 0 h 543305"/>
                <a:gd name="connsiteX2" fmla="*/ 543306 w 543306"/>
                <a:gd name="connsiteY2" fmla="*/ 543306 h 543305"/>
                <a:gd name="connsiteX3" fmla="*/ 0 w 543306"/>
                <a:gd name="connsiteY3" fmla="*/ 543306 h 5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5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9F8B7F74-14E3-0359-48F7-8887F481B3F3}"/>
                </a:ext>
              </a:extLst>
            </p:cNvPr>
            <p:cNvSpPr/>
            <p:nvPr userDrawn="1"/>
          </p:nvSpPr>
          <p:spPr>
            <a:xfrm>
              <a:off x="6531907" y="1870334"/>
              <a:ext cx="352119" cy="754014"/>
            </a:xfrm>
            <a:custGeom>
              <a:avLst/>
              <a:gdLst>
                <a:gd name="connsiteX0" fmla="*/ 136975 w 171836"/>
                <a:gd name="connsiteY0" fmla="*/ 62674 h 367963"/>
                <a:gd name="connsiteX1" fmla="*/ 167646 w 171836"/>
                <a:gd name="connsiteY1" fmla="*/ 62674 h 367963"/>
                <a:gd name="connsiteX2" fmla="*/ 171837 w 171836"/>
                <a:gd name="connsiteY2" fmla="*/ 58483 h 367963"/>
                <a:gd name="connsiteX3" fmla="*/ 171837 w 171836"/>
                <a:gd name="connsiteY3" fmla="*/ 3905 h 367963"/>
                <a:gd name="connsiteX4" fmla="*/ 168027 w 171836"/>
                <a:gd name="connsiteY4" fmla="*/ 0 h 367963"/>
                <a:gd name="connsiteX5" fmla="*/ 104305 w 171836"/>
                <a:gd name="connsiteY5" fmla="*/ 667 h 367963"/>
                <a:gd name="connsiteX6" fmla="*/ 53156 w 171836"/>
                <a:gd name="connsiteY6" fmla="*/ 26670 h 367963"/>
                <a:gd name="connsiteX7" fmla="*/ 38392 w 171836"/>
                <a:gd name="connsiteY7" fmla="*/ 72580 h 367963"/>
                <a:gd name="connsiteX8" fmla="*/ 38392 w 171836"/>
                <a:gd name="connsiteY8" fmla="*/ 113633 h 367963"/>
                <a:gd name="connsiteX9" fmla="*/ 32105 w 171836"/>
                <a:gd name="connsiteY9" fmla="*/ 120205 h 367963"/>
                <a:gd name="connsiteX10" fmla="*/ 4483 w 171836"/>
                <a:gd name="connsiteY10" fmla="*/ 120015 h 367963"/>
                <a:gd name="connsiteX11" fmla="*/ 6 w 171836"/>
                <a:gd name="connsiteY11" fmla="*/ 124492 h 367963"/>
                <a:gd name="connsiteX12" fmla="*/ 6 w 171836"/>
                <a:gd name="connsiteY12" fmla="*/ 178403 h 367963"/>
                <a:gd name="connsiteX13" fmla="*/ 4959 w 171836"/>
                <a:gd name="connsiteY13" fmla="*/ 183166 h 367963"/>
                <a:gd name="connsiteX14" fmla="*/ 31915 w 171836"/>
                <a:gd name="connsiteY14" fmla="*/ 182975 h 367963"/>
                <a:gd name="connsiteX15" fmla="*/ 38106 w 171836"/>
                <a:gd name="connsiteY15" fmla="*/ 189167 h 367963"/>
                <a:gd name="connsiteX16" fmla="*/ 38011 w 171836"/>
                <a:gd name="connsiteY16" fmla="*/ 275558 h 367963"/>
                <a:gd name="connsiteX17" fmla="*/ 37915 w 171836"/>
                <a:gd name="connsiteY17" fmla="*/ 360807 h 367963"/>
                <a:gd name="connsiteX18" fmla="*/ 44773 w 171836"/>
                <a:gd name="connsiteY18" fmla="*/ 367951 h 367963"/>
                <a:gd name="connsiteX19" fmla="*/ 107924 w 171836"/>
                <a:gd name="connsiteY19" fmla="*/ 367951 h 367963"/>
                <a:gd name="connsiteX20" fmla="*/ 115354 w 171836"/>
                <a:gd name="connsiteY20" fmla="*/ 360617 h 367963"/>
                <a:gd name="connsiteX21" fmla="*/ 115258 w 171836"/>
                <a:gd name="connsiteY21" fmla="*/ 191452 h 367963"/>
                <a:gd name="connsiteX22" fmla="*/ 123164 w 171836"/>
                <a:gd name="connsiteY22" fmla="*/ 183737 h 367963"/>
                <a:gd name="connsiteX23" fmla="*/ 159931 w 171836"/>
                <a:gd name="connsiteY23" fmla="*/ 183737 h 367963"/>
                <a:gd name="connsiteX24" fmla="*/ 165836 w 171836"/>
                <a:gd name="connsiteY24" fmla="*/ 178975 h 367963"/>
                <a:gd name="connsiteX25" fmla="*/ 170980 w 171836"/>
                <a:gd name="connsiteY25" fmla="*/ 124682 h 367963"/>
                <a:gd name="connsiteX26" fmla="*/ 165455 w 171836"/>
                <a:gd name="connsiteY26" fmla="*/ 118872 h 367963"/>
                <a:gd name="connsiteX27" fmla="*/ 118878 w 171836"/>
                <a:gd name="connsiteY27" fmla="*/ 118967 h 367963"/>
                <a:gd name="connsiteX28" fmla="*/ 114115 w 171836"/>
                <a:gd name="connsiteY28" fmla="*/ 115348 h 367963"/>
                <a:gd name="connsiteX29" fmla="*/ 114592 w 171836"/>
                <a:gd name="connsiteY29" fmla="*/ 82867 h 367963"/>
                <a:gd name="connsiteX30" fmla="*/ 137166 w 171836"/>
                <a:gd name="connsiteY30" fmla="*/ 62389 h 367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836" h="367963">
                  <a:moveTo>
                    <a:pt x="136975" y="62674"/>
                  </a:moveTo>
                  <a:cubicBezTo>
                    <a:pt x="147167" y="62674"/>
                    <a:pt x="157454" y="62579"/>
                    <a:pt x="167646" y="62674"/>
                  </a:cubicBezTo>
                  <a:cubicBezTo>
                    <a:pt x="170789" y="62674"/>
                    <a:pt x="171837" y="61722"/>
                    <a:pt x="171837" y="58483"/>
                  </a:cubicBezTo>
                  <a:cubicBezTo>
                    <a:pt x="171742" y="40291"/>
                    <a:pt x="171742" y="22098"/>
                    <a:pt x="171837" y="3905"/>
                  </a:cubicBezTo>
                  <a:cubicBezTo>
                    <a:pt x="171837" y="1048"/>
                    <a:pt x="170980" y="0"/>
                    <a:pt x="168027" y="0"/>
                  </a:cubicBezTo>
                  <a:cubicBezTo>
                    <a:pt x="146786" y="190"/>
                    <a:pt x="125546" y="-286"/>
                    <a:pt x="104305" y="667"/>
                  </a:cubicBezTo>
                  <a:cubicBezTo>
                    <a:pt x="83635" y="1619"/>
                    <a:pt x="65729" y="9430"/>
                    <a:pt x="53156" y="26670"/>
                  </a:cubicBezTo>
                  <a:cubicBezTo>
                    <a:pt x="43154" y="40291"/>
                    <a:pt x="38677" y="55817"/>
                    <a:pt x="38392" y="72580"/>
                  </a:cubicBezTo>
                  <a:cubicBezTo>
                    <a:pt x="38106" y="86296"/>
                    <a:pt x="38106" y="100013"/>
                    <a:pt x="38392" y="113633"/>
                  </a:cubicBezTo>
                  <a:cubicBezTo>
                    <a:pt x="38487" y="118586"/>
                    <a:pt x="37439" y="120491"/>
                    <a:pt x="32105" y="120205"/>
                  </a:cubicBezTo>
                  <a:cubicBezTo>
                    <a:pt x="22961" y="119729"/>
                    <a:pt x="13722" y="120205"/>
                    <a:pt x="4483" y="120015"/>
                  </a:cubicBezTo>
                  <a:cubicBezTo>
                    <a:pt x="958" y="120015"/>
                    <a:pt x="-89" y="121063"/>
                    <a:pt x="6" y="124492"/>
                  </a:cubicBezTo>
                  <a:cubicBezTo>
                    <a:pt x="197" y="142494"/>
                    <a:pt x="197" y="160496"/>
                    <a:pt x="6" y="178403"/>
                  </a:cubicBezTo>
                  <a:cubicBezTo>
                    <a:pt x="6" y="182213"/>
                    <a:pt x="1339" y="183261"/>
                    <a:pt x="4959" y="183166"/>
                  </a:cubicBezTo>
                  <a:cubicBezTo>
                    <a:pt x="13913" y="182975"/>
                    <a:pt x="22961" y="183356"/>
                    <a:pt x="31915" y="182975"/>
                  </a:cubicBezTo>
                  <a:cubicBezTo>
                    <a:pt x="36772" y="182785"/>
                    <a:pt x="38106" y="184309"/>
                    <a:pt x="38106" y="189167"/>
                  </a:cubicBezTo>
                  <a:cubicBezTo>
                    <a:pt x="37915" y="217932"/>
                    <a:pt x="38011" y="246793"/>
                    <a:pt x="38011" y="275558"/>
                  </a:cubicBezTo>
                  <a:cubicBezTo>
                    <a:pt x="38011" y="304324"/>
                    <a:pt x="38106" y="332327"/>
                    <a:pt x="37915" y="360807"/>
                  </a:cubicBezTo>
                  <a:cubicBezTo>
                    <a:pt x="37915" y="366141"/>
                    <a:pt x="38868" y="368141"/>
                    <a:pt x="44773" y="367951"/>
                  </a:cubicBezTo>
                  <a:cubicBezTo>
                    <a:pt x="65824" y="367570"/>
                    <a:pt x="86874" y="367570"/>
                    <a:pt x="107924" y="367951"/>
                  </a:cubicBezTo>
                  <a:cubicBezTo>
                    <a:pt x="113830" y="368046"/>
                    <a:pt x="115354" y="366617"/>
                    <a:pt x="115354" y="360617"/>
                  </a:cubicBezTo>
                  <a:cubicBezTo>
                    <a:pt x="115068" y="304229"/>
                    <a:pt x="115163" y="247841"/>
                    <a:pt x="115258" y="191452"/>
                  </a:cubicBezTo>
                  <a:cubicBezTo>
                    <a:pt x="115258" y="182499"/>
                    <a:pt x="114401" y="183833"/>
                    <a:pt x="123164" y="183737"/>
                  </a:cubicBezTo>
                  <a:cubicBezTo>
                    <a:pt x="135451" y="183737"/>
                    <a:pt x="147643" y="183642"/>
                    <a:pt x="159931" y="183737"/>
                  </a:cubicBezTo>
                  <a:cubicBezTo>
                    <a:pt x="163646" y="183737"/>
                    <a:pt x="165455" y="182975"/>
                    <a:pt x="165836" y="178975"/>
                  </a:cubicBezTo>
                  <a:cubicBezTo>
                    <a:pt x="167360" y="160877"/>
                    <a:pt x="169075" y="142780"/>
                    <a:pt x="170980" y="124682"/>
                  </a:cubicBezTo>
                  <a:cubicBezTo>
                    <a:pt x="171456" y="119920"/>
                    <a:pt x="170027" y="118872"/>
                    <a:pt x="165455" y="118872"/>
                  </a:cubicBezTo>
                  <a:cubicBezTo>
                    <a:pt x="149930" y="119158"/>
                    <a:pt x="134404" y="118872"/>
                    <a:pt x="118878" y="118967"/>
                  </a:cubicBezTo>
                  <a:cubicBezTo>
                    <a:pt x="116306" y="118967"/>
                    <a:pt x="114020" y="119253"/>
                    <a:pt x="114115" y="115348"/>
                  </a:cubicBezTo>
                  <a:cubicBezTo>
                    <a:pt x="114401" y="104489"/>
                    <a:pt x="113830" y="93631"/>
                    <a:pt x="114592" y="82867"/>
                  </a:cubicBezTo>
                  <a:cubicBezTo>
                    <a:pt x="115449" y="69437"/>
                    <a:pt x="123545" y="62389"/>
                    <a:pt x="137166" y="6238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1A6707B-2CA3-3F65-45C2-727FD45B5C49}"/>
                </a:ext>
              </a:extLst>
            </p:cNvPr>
            <p:cNvSpPr/>
            <p:nvPr userDrawn="1"/>
          </p:nvSpPr>
          <p:spPr>
            <a:xfrm>
              <a:off x="4907224" y="1690572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D4C61578-C993-8405-291A-DEF5EE57846B}"/>
                </a:ext>
              </a:extLst>
            </p:cNvPr>
            <p:cNvSpPr/>
            <p:nvPr userDrawn="1"/>
          </p:nvSpPr>
          <p:spPr>
            <a:xfrm>
              <a:off x="5613002" y="2009890"/>
              <a:ext cx="88611" cy="88611"/>
            </a:xfrm>
            <a:custGeom>
              <a:avLst/>
              <a:gdLst>
                <a:gd name="connsiteX0" fmla="*/ 21622 w 43243"/>
                <a:gd name="connsiteY0" fmla="*/ 0 h 43243"/>
                <a:gd name="connsiteX1" fmla="*/ 0 w 43243"/>
                <a:gd name="connsiteY1" fmla="*/ 21622 h 43243"/>
                <a:gd name="connsiteX2" fmla="*/ 21622 w 43243"/>
                <a:gd name="connsiteY2" fmla="*/ 43244 h 43243"/>
                <a:gd name="connsiteX3" fmla="*/ 43244 w 43243"/>
                <a:gd name="connsiteY3" fmla="*/ 21622 h 43243"/>
                <a:gd name="connsiteX4" fmla="*/ 21622 w 43243"/>
                <a:gd name="connsiteY4" fmla="*/ 0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43" h="43243">
                  <a:moveTo>
                    <a:pt x="21622" y="0"/>
                  </a:moveTo>
                  <a:cubicBezTo>
                    <a:pt x="9715" y="0"/>
                    <a:pt x="0" y="9716"/>
                    <a:pt x="0" y="21622"/>
                  </a:cubicBezTo>
                  <a:cubicBezTo>
                    <a:pt x="0" y="33528"/>
                    <a:pt x="9715" y="43244"/>
                    <a:pt x="21622" y="43244"/>
                  </a:cubicBezTo>
                  <a:cubicBezTo>
                    <a:pt x="33528" y="43244"/>
                    <a:pt x="43244" y="33528"/>
                    <a:pt x="43244" y="21622"/>
                  </a:cubicBezTo>
                  <a:cubicBezTo>
                    <a:pt x="43244" y="9716"/>
                    <a:pt x="33528" y="0"/>
                    <a:pt x="2162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74412687-F6B8-FF14-A681-2E7D9389F291}"/>
                </a:ext>
              </a:extLst>
            </p:cNvPr>
            <p:cNvSpPr/>
            <p:nvPr userDrawn="1"/>
          </p:nvSpPr>
          <p:spPr>
            <a:xfrm>
              <a:off x="5100064" y="1883412"/>
              <a:ext cx="727442" cy="727442"/>
            </a:xfrm>
            <a:custGeom>
              <a:avLst/>
              <a:gdLst>
                <a:gd name="connsiteX0" fmla="*/ 265462 w 354996"/>
                <a:gd name="connsiteY0" fmla="*/ 0 h 354996"/>
                <a:gd name="connsiteX1" fmla="*/ 89535 w 354996"/>
                <a:gd name="connsiteY1" fmla="*/ 0 h 354996"/>
                <a:gd name="connsiteX2" fmla="*/ 0 w 354996"/>
                <a:gd name="connsiteY2" fmla="*/ 89535 h 354996"/>
                <a:gd name="connsiteX3" fmla="*/ 0 w 354996"/>
                <a:gd name="connsiteY3" fmla="*/ 265462 h 354996"/>
                <a:gd name="connsiteX4" fmla="*/ 89535 w 354996"/>
                <a:gd name="connsiteY4" fmla="*/ 354997 h 354996"/>
                <a:gd name="connsiteX5" fmla="*/ 265462 w 354996"/>
                <a:gd name="connsiteY5" fmla="*/ 354997 h 354996"/>
                <a:gd name="connsiteX6" fmla="*/ 354997 w 354996"/>
                <a:gd name="connsiteY6" fmla="*/ 265462 h 354996"/>
                <a:gd name="connsiteX7" fmla="*/ 354997 w 354996"/>
                <a:gd name="connsiteY7" fmla="*/ 89535 h 354996"/>
                <a:gd name="connsiteX8" fmla="*/ 265462 w 354996"/>
                <a:gd name="connsiteY8" fmla="*/ 0 h 354996"/>
                <a:gd name="connsiteX9" fmla="*/ 316421 w 354996"/>
                <a:gd name="connsiteY9" fmla="*/ 265462 h 354996"/>
                <a:gd name="connsiteX10" fmla="*/ 265462 w 354996"/>
                <a:gd name="connsiteY10" fmla="*/ 316421 h 354996"/>
                <a:gd name="connsiteX11" fmla="*/ 89535 w 354996"/>
                <a:gd name="connsiteY11" fmla="*/ 316421 h 354996"/>
                <a:gd name="connsiteX12" fmla="*/ 38576 w 354996"/>
                <a:gd name="connsiteY12" fmla="*/ 265462 h 354996"/>
                <a:gd name="connsiteX13" fmla="*/ 38576 w 354996"/>
                <a:gd name="connsiteY13" fmla="*/ 89535 h 354996"/>
                <a:gd name="connsiteX14" fmla="*/ 89535 w 354996"/>
                <a:gd name="connsiteY14" fmla="*/ 38576 h 354996"/>
                <a:gd name="connsiteX15" fmla="*/ 265462 w 354996"/>
                <a:gd name="connsiteY15" fmla="*/ 38576 h 354996"/>
                <a:gd name="connsiteX16" fmla="*/ 316421 w 354996"/>
                <a:gd name="connsiteY16" fmla="*/ 89535 h 354996"/>
                <a:gd name="connsiteX17" fmla="*/ 316421 w 354996"/>
                <a:gd name="connsiteY17" fmla="*/ 265462 h 35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4996" h="354996">
                  <a:moveTo>
                    <a:pt x="265462" y="0"/>
                  </a:moveTo>
                  <a:lnTo>
                    <a:pt x="89535" y="0"/>
                  </a:lnTo>
                  <a:cubicBezTo>
                    <a:pt x="40196" y="0"/>
                    <a:pt x="0" y="40196"/>
                    <a:pt x="0" y="89535"/>
                  </a:cubicBezTo>
                  <a:lnTo>
                    <a:pt x="0" y="265462"/>
                  </a:lnTo>
                  <a:cubicBezTo>
                    <a:pt x="0" y="314896"/>
                    <a:pt x="40196" y="354997"/>
                    <a:pt x="89535" y="354997"/>
                  </a:cubicBezTo>
                  <a:lnTo>
                    <a:pt x="265462" y="354997"/>
                  </a:lnTo>
                  <a:cubicBezTo>
                    <a:pt x="314801" y="354997"/>
                    <a:pt x="354997" y="314801"/>
                    <a:pt x="354997" y="265462"/>
                  </a:cubicBezTo>
                  <a:lnTo>
                    <a:pt x="354997" y="89535"/>
                  </a:lnTo>
                  <a:cubicBezTo>
                    <a:pt x="354997" y="40196"/>
                    <a:pt x="314801" y="0"/>
                    <a:pt x="265462" y="0"/>
                  </a:cubicBezTo>
                  <a:close/>
                  <a:moveTo>
                    <a:pt x="316421" y="265462"/>
                  </a:moveTo>
                  <a:cubicBezTo>
                    <a:pt x="316421" y="293560"/>
                    <a:pt x="293561" y="316421"/>
                    <a:pt x="265462" y="316421"/>
                  </a:cubicBezTo>
                  <a:lnTo>
                    <a:pt x="89535" y="316421"/>
                  </a:lnTo>
                  <a:cubicBezTo>
                    <a:pt x="61436" y="316421"/>
                    <a:pt x="38576" y="293560"/>
                    <a:pt x="38576" y="265462"/>
                  </a:cubicBezTo>
                  <a:lnTo>
                    <a:pt x="38576" y="89535"/>
                  </a:lnTo>
                  <a:cubicBezTo>
                    <a:pt x="38576" y="61436"/>
                    <a:pt x="61436" y="38576"/>
                    <a:pt x="89535" y="38576"/>
                  </a:cubicBezTo>
                  <a:lnTo>
                    <a:pt x="265462" y="38576"/>
                  </a:lnTo>
                  <a:cubicBezTo>
                    <a:pt x="293561" y="38576"/>
                    <a:pt x="316421" y="61436"/>
                    <a:pt x="316421" y="89535"/>
                  </a:cubicBezTo>
                  <a:lnTo>
                    <a:pt x="316421" y="26546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611DCFC7-265A-A74C-9128-D2C19FEB1FE1}"/>
                </a:ext>
              </a:extLst>
            </p:cNvPr>
            <p:cNvSpPr/>
            <p:nvPr userDrawn="1"/>
          </p:nvSpPr>
          <p:spPr>
            <a:xfrm>
              <a:off x="5276508" y="2059857"/>
              <a:ext cx="374747" cy="374750"/>
            </a:xfrm>
            <a:custGeom>
              <a:avLst/>
              <a:gdLst>
                <a:gd name="connsiteX0" fmla="*/ 91440 w 182879"/>
                <a:gd name="connsiteY0" fmla="*/ 0 h 182880"/>
                <a:gd name="connsiteX1" fmla="*/ 0 w 182879"/>
                <a:gd name="connsiteY1" fmla="*/ 91440 h 182880"/>
                <a:gd name="connsiteX2" fmla="*/ 91440 w 182879"/>
                <a:gd name="connsiteY2" fmla="*/ 182880 h 182880"/>
                <a:gd name="connsiteX3" fmla="*/ 182880 w 182879"/>
                <a:gd name="connsiteY3" fmla="*/ 91440 h 182880"/>
                <a:gd name="connsiteX4" fmla="*/ 91440 w 182879"/>
                <a:gd name="connsiteY4" fmla="*/ 0 h 182880"/>
                <a:gd name="connsiteX5" fmla="*/ 91440 w 182879"/>
                <a:gd name="connsiteY5" fmla="*/ 144209 h 182880"/>
                <a:gd name="connsiteX6" fmla="*/ 38671 w 182879"/>
                <a:gd name="connsiteY6" fmla="*/ 91440 h 182880"/>
                <a:gd name="connsiteX7" fmla="*/ 91440 w 182879"/>
                <a:gd name="connsiteY7" fmla="*/ 38672 h 182880"/>
                <a:gd name="connsiteX8" fmla="*/ 144304 w 182879"/>
                <a:gd name="connsiteY8" fmla="*/ 91440 h 182880"/>
                <a:gd name="connsiteX9" fmla="*/ 91440 w 182879"/>
                <a:gd name="connsiteY9" fmla="*/ 144209 h 182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879" h="182880">
                  <a:moveTo>
                    <a:pt x="91440" y="0"/>
                  </a:moveTo>
                  <a:cubicBezTo>
                    <a:pt x="41053" y="0"/>
                    <a:pt x="0" y="41053"/>
                    <a:pt x="0" y="91440"/>
                  </a:cubicBezTo>
                  <a:cubicBezTo>
                    <a:pt x="0" y="141827"/>
                    <a:pt x="41053" y="182880"/>
                    <a:pt x="91440" y="182880"/>
                  </a:cubicBezTo>
                  <a:cubicBezTo>
                    <a:pt x="141827" y="182880"/>
                    <a:pt x="182880" y="141827"/>
                    <a:pt x="182880" y="91440"/>
                  </a:cubicBezTo>
                  <a:cubicBezTo>
                    <a:pt x="182880" y="41053"/>
                    <a:pt x="141922" y="0"/>
                    <a:pt x="91440" y="0"/>
                  </a:cubicBezTo>
                  <a:close/>
                  <a:moveTo>
                    <a:pt x="91440" y="144209"/>
                  </a:moveTo>
                  <a:cubicBezTo>
                    <a:pt x="62389" y="144209"/>
                    <a:pt x="38671" y="120491"/>
                    <a:pt x="38671" y="91440"/>
                  </a:cubicBezTo>
                  <a:cubicBezTo>
                    <a:pt x="38671" y="62389"/>
                    <a:pt x="62389" y="38672"/>
                    <a:pt x="91440" y="38672"/>
                  </a:cubicBezTo>
                  <a:cubicBezTo>
                    <a:pt x="120491" y="38672"/>
                    <a:pt x="144304" y="62389"/>
                    <a:pt x="144304" y="91440"/>
                  </a:cubicBezTo>
                  <a:cubicBezTo>
                    <a:pt x="144304" y="120491"/>
                    <a:pt x="120586" y="144209"/>
                    <a:pt x="91440" y="14420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F71412B-57D0-8C3F-863B-747D72482FB6}"/>
                </a:ext>
              </a:extLst>
            </p:cNvPr>
            <p:cNvSpPr/>
            <p:nvPr userDrawn="1"/>
          </p:nvSpPr>
          <p:spPr>
            <a:xfrm>
              <a:off x="7395013" y="1695646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32E9776-B6B4-0737-83B3-225F4D4AE1BF}"/>
                </a:ext>
              </a:extLst>
            </p:cNvPr>
            <p:cNvSpPr/>
            <p:nvPr userDrawn="1"/>
          </p:nvSpPr>
          <p:spPr>
            <a:xfrm>
              <a:off x="7581999" y="1991739"/>
              <a:ext cx="739350" cy="521135"/>
            </a:xfrm>
            <a:custGeom>
              <a:avLst/>
              <a:gdLst>
                <a:gd name="connsiteX0" fmla="*/ 353282 w 360807"/>
                <a:gd name="connsiteY0" fmla="*/ 39719 h 254317"/>
                <a:gd name="connsiteX1" fmla="*/ 321373 w 360807"/>
                <a:gd name="connsiteY1" fmla="*/ 7620 h 254317"/>
                <a:gd name="connsiteX2" fmla="*/ 180404 w 360807"/>
                <a:gd name="connsiteY2" fmla="*/ 0 h 254317"/>
                <a:gd name="connsiteX3" fmla="*/ 39433 w 360807"/>
                <a:gd name="connsiteY3" fmla="*/ 7620 h 254317"/>
                <a:gd name="connsiteX4" fmla="*/ 7525 w 360807"/>
                <a:gd name="connsiteY4" fmla="*/ 39719 h 254317"/>
                <a:gd name="connsiteX5" fmla="*/ 0 w 360807"/>
                <a:gd name="connsiteY5" fmla="*/ 127159 h 254317"/>
                <a:gd name="connsiteX6" fmla="*/ 7525 w 360807"/>
                <a:gd name="connsiteY6" fmla="*/ 214598 h 254317"/>
                <a:gd name="connsiteX7" fmla="*/ 39433 w 360807"/>
                <a:gd name="connsiteY7" fmla="*/ 246697 h 254317"/>
                <a:gd name="connsiteX8" fmla="*/ 180404 w 360807"/>
                <a:gd name="connsiteY8" fmla="*/ 254317 h 254317"/>
                <a:gd name="connsiteX9" fmla="*/ 321373 w 360807"/>
                <a:gd name="connsiteY9" fmla="*/ 246697 h 254317"/>
                <a:gd name="connsiteX10" fmla="*/ 353282 w 360807"/>
                <a:gd name="connsiteY10" fmla="*/ 214598 h 254317"/>
                <a:gd name="connsiteX11" fmla="*/ 360807 w 360807"/>
                <a:gd name="connsiteY11" fmla="*/ 127159 h 254317"/>
                <a:gd name="connsiteX12" fmla="*/ 353282 w 360807"/>
                <a:gd name="connsiteY12" fmla="*/ 39719 h 254317"/>
                <a:gd name="connsiteX13" fmla="*/ 143542 w 360807"/>
                <a:gd name="connsiteY13" fmla="*/ 180784 h 254317"/>
                <a:gd name="connsiteX14" fmla="*/ 143542 w 360807"/>
                <a:gd name="connsiteY14" fmla="*/ 73533 h 254317"/>
                <a:gd name="connsiteX15" fmla="*/ 237839 w 360807"/>
                <a:gd name="connsiteY15" fmla="*/ 127159 h 254317"/>
                <a:gd name="connsiteX16" fmla="*/ 143542 w 360807"/>
                <a:gd name="connsiteY16" fmla="*/ 180784 h 25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0807" h="254317">
                  <a:moveTo>
                    <a:pt x="353282" y="39719"/>
                  </a:moveTo>
                  <a:cubicBezTo>
                    <a:pt x="349091" y="24098"/>
                    <a:pt x="336899" y="11811"/>
                    <a:pt x="321373" y="7620"/>
                  </a:cubicBezTo>
                  <a:cubicBezTo>
                    <a:pt x="293275" y="0"/>
                    <a:pt x="180404" y="0"/>
                    <a:pt x="180404" y="0"/>
                  </a:cubicBezTo>
                  <a:cubicBezTo>
                    <a:pt x="180404" y="0"/>
                    <a:pt x="67532" y="0"/>
                    <a:pt x="39433" y="7620"/>
                  </a:cubicBezTo>
                  <a:cubicBezTo>
                    <a:pt x="23908" y="11811"/>
                    <a:pt x="11716" y="24098"/>
                    <a:pt x="7525" y="39719"/>
                  </a:cubicBezTo>
                  <a:cubicBezTo>
                    <a:pt x="0" y="68008"/>
                    <a:pt x="0" y="127159"/>
                    <a:pt x="0" y="127159"/>
                  </a:cubicBezTo>
                  <a:cubicBezTo>
                    <a:pt x="0" y="127159"/>
                    <a:pt x="0" y="186214"/>
                    <a:pt x="7525" y="214598"/>
                  </a:cubicBezTo>
                  <a:cubicBezTo>
                    <a:pt x="11716" y="230219"/>
                    <a:pt x="23908" y="242506"/>
                    <a:pt x="39433" y="246697"/>
                  </a:cubicBezTo>
                  <a:cubicBezTo>
                    <a:pt x="67532" y="254317"/>
                    <a:pt x="180404" y="254317"/>
                    <a:pt x="180404" y="254317"/>
                  </a:cubicBezTo>
                  <a:cubicBezTo>
                    <a:pt x="180404" y="254317"/>
                    <a:pt x="293275" y="254317"/>
                    <a:pt x="321373" y="246697"/>
                  </a:cubicBezTo>
                  <a:cubicBezTo>
                    <a:pt x="336899" y="242506"/>
                    <a:pt x="349091" y="230219"/>
                    <a:pt x="353282" y="214598"/>
                  </a:cubicBezTo>
                  <a:cubicBezTo>
                    <a:pt x="360807" y="186309"/>
                    <a:pt x="360807" y="127159"/>
                    <a:pt x="360807" y="127159"/>
                  </a:cubicBezTo>
                  <a:cubicBezTo>
                    <a:pt x="360807" y="127159"/>
                    <a:pt x="360807" y="68104"/>
                    <a:pt x="353282" y="39719"/>
                  </a:cubicBezTo>
                  <a:close/>
                  <a:moveTo>
                    <a:pt x="143542" y="180784"/>
                  </a:moveTo>
                  <a:lnTo>
                    <a:pt x="143542" y="73533"/>
                  </a:lnTo>
                  <a:lnTo>
                    <a:pt x="237839" y="127159"/>
                  </a:lnTo>
                  <a:lnTo>
                    <a:pt x="143542" y="18078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6B36695-9D44-CF4A-14FC-6D97E6B5EEB6}"/>
                </a:ext>
              </a:extLst>
            </p:cNvPr>
            <p:cNvSpPr/>
            <p:nvPr userDrawn="1"/>
          </p:nvSpPr>
          <p:spPr>
            <a:xfrm>
              <a:off x="2419238" y="1689595"/>
              <a:ext cx="1113317" cy="1113317"/>
            </a:xfrm>
            <a:custGeom>
              <a:avLst/>
              <a:gdLst>
                <a:gd name="connsiteX0" fmla="*/ 0 w 543305"/>
                <a:gd name="connsiteY0" fmla="*/ 0 h 543305"/>
                <a:gd name="connsiteX1" fmla="*/ 543306 w 543305"/>
                <a:gd name="connsiteY1" fmla="*/ 0 h 543305"/>
                <a:gd name="connsiteX2" fmla="*/ 543306 w 543305"/>
                <a:gd name="connsiteY2" fmla="*/ 543306 h 543305"/>
                <a:gd name="connsiteX3" fmla="*/ 0 w 543305"/>
                <a:gd name="connsiteY3" fmla="*/ 543306 h 54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5" h="543305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E46E7525-5FF1-8346-5B8E-E85830C2BFE2}"/>
                </a:ext>
              </a:extLst>
            </p:cNvPr>
            <p:cNvSpPr/>
            <p:nvPr userDrawn="1"/>
          </p:nvSpPr>
          <p:spPr>
            <a:xfrm>
              <a:off x="2628279" y="2125633"/>
              <a:ext cx="149117" cy="479562"/>
            </a:xfrm>
            <a:custGeom>
              <a:avLst/>
              <a:gdLst>
                <a:gd name="connsiteX0" fmla="*/ 0 w 72770"/>
                <a:gd name="connsiteY0" fmla="*/ 0 h 234029"/>
                <a:gd name="connsiteX1" fmla="*/ 72771 w 72770"/>
                <a:gd name="connsiteY1" fmla="*/ 0 h 234029"/>
                <a:gd name="connsiteX2" fmla="*/ 72771 w 72770"/>
                <a:gd name="connsiteY2" fmla="*/ 234029 h 234029"/>
                <a:gd name="connsiteX3" fmla="*/ 0 w 72770"/>
                <a:gd name="connsiteY3" fmla="*/ 234029 h 23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770" h="234029">
                  <a:moveTo>
                    <a:pt x="0" y="0"/>
                  </a:moveTo>
                  <a:lnTo>
                    <a:pt x="72771" y="0"/>
                  </a:lnTo>
                  <a:lnTo>
                    <a:pt x="72771" y="234029"/>
                  </a:lnTo>
                  <a:lnTo>
                    <a:pt x="0" y="23402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2643B9D-593C-28B6-33C7-94AC849E27E6}"/>
                </a:ext>
              </a:extLst>
            </p:cNvPr>
            <p:cNvSpPr/>
            <p:nvPr userDrawn="1"/>
          </p:nvSpPr>
          <p:spPr>
            <a:xfrm>
              <a:off x="2616371" y="1887316"/>
              <a:ext cx="172539" cy="172930"/>
            </a:xfrm>
            <a:custGeom>
              <a:avLst/>
              <a:gdLst>
                <a:gd name="connsiteX0" fmla="*/ 42100 w 84200"/>
                <a:gd name="connsiteY0" fmla="*/ 0 h 84391"/>
                <a:gd name="connsiteX1" fmla="*/ 0 w 84200"/>
                <a:gd name="connsiteY1" fmla="*/ 42196 h 84391"/>
                <a:gd name="connsiteX2" fmla="*/ 42100 w 84200"/>
                <a:gd name="connsiteY2" fmla="*/ 84392 h 84391"/>
                <a:gd name="connsiteX3" fmla="*/ 84201 w 84200"/>
                <a:gd name="connsiteY3" fmla="*/ 42196 h 84391"/>
                <a:gd name="connsiteX4" fmla="*/ 42100 w 84200"/>
                <a:gd name="connsiteY4" fmla="*/ 0 h 84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00" h="84391">
                  <a:moveTo>
                    <a:pt x="42100" y="0"/>
                  </a:moveTo>
                  <a:cubicBezTo>
                    <a:pt x="18764" y="0"/>
                    <a:pt x="0" y="18860"/>
                    <a:pt x="0" y="42196"/>
                  </a:cubicBezTo>
                  <a:cubicBezTo>
                    <a:pt x="0" y="65532"/>
                    <a:pt x="18859" y="84392"/>
                    <a:pt x="42100" y="84392"/>
                  </a:cubicBezTo>
                  <a:cubicBezTo>
                    <a:pt x="65342" y="84392"/>
                    <a:pt x="84201" y="65532"/>
                    <a:pt x="84201" y="42196"/>
                  </a:cubicBezTo>
                  <a:cubicBezTo>
                    <a:pt x="84201" y="18860"/>
                    <a:pt x="65342" y="0"/>
                    <a:pt x="4210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DA44CA4D-A7B1-8C2B-5E9A-F02818DF16DD}"/>
                </a:ext>
              </a:extLst>
            </p:cNvPr>
            <p:cNvSpPr/>
            <p:nvPr userDrawn="1"/>
          </p:nvSpPr>
          <p:spPr>
            <a:xfrm>
              <a:off x="2870888" y="2113727"/>
              <a:ext cx="464728" cy="491467"/>
            </a:xfrm>
            <a:custGeom>
              <a:avLst/>
              <a:gdLst>
                <a:gd name="connsiteX0" fmla="*/ 139446 w 226790"/>
                <a:gd name="connsiteY0" fmla="*/ 0 h 239839"/>
                <a:gd name="connsiteX1" fmla="*/ 70675 w 226790"/>
                <a:gd name="connsiteY1" fmla="*/ 37814 h 239839"/>
                <a:gd name="connsiteX2" fmla="*/ 69723 w 226790"/>
                <a:gd name="connsiteY2" fmla="*/ 37814 h 239839"/>
                <a:gd name="connsiteX3" fmla="*/ 69723 w 226790"/>
                <a:gd name="connsiteY3" fmla="*/ 5810 h 239839"/>
                <a:gd name="connsiteX4" fmla="*/ 0 w 226790"/>
                <a:gd name="connsiteY4" fmla="*/ 5810 h 239839"/>
                <a:gd name="connsiteX5" fmla="*/ 0 w 226790"/>
                <a:gd name="connsiteY5" fmla="*/ 239839 h 239839"/>
                <a:gd name="connsiteX6" fmla="*/ 72676 w 226790"/>
                <a:gd name="connsiteY6" fmla="*/ 239839 h 239839"/>
                <a:gd name="connsiteX7" fmla="*/ 72676 w 226790"/>
                <a:gd name="connsiteY7" fmla="*/ 124111 h 239839"/>
                <a:gd name="connsiteX8" fmla="*/ 116300 w 226790"/>
                <a:gd name="connsiteY8" fmla="*/ 64008 h 239839"/>
                <a:gd name="connsiteX9" fmla="*/ 154115 w 226790"/>
                <a:gd name="connsiteY9" fmla="*/ 126016 h 239839"/>
                <a:gd name="connsiteX10" fmla="*/ 154115 w 226790"/>
                <a:gd name="connsiteY10" fmla="*/ 239839 h 239839"/>
                <a:gd name="connsiteX11" fmla="*/ 226790 w 226790"/>
                <a:gd name="connsiteY11" fmla="*/ 239839 h 239839"/>
                <a:gd name="connsiteX12" fmla="*/ 226790 w 226790"/>
                <a:gd name="connsiteY12" fmla="*/ 111538 h 239839"/>
                <a:gd name="connsiteX13" fmla="*/ 139541 w 226790"/>
                <a:gd name="connsiteY13" fmla="*/ 95 h 23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790" h="239839">
                  <a:moveTo>
                    <a:pt x="139446" y="0"/>
                  </a:moveTo>
                  <a:cubicBezTo>
                    <a:pt x="104108" y="0"/>
                    <a:pt x="80391" y="19431"/>
                    <a:pt x="70675" y="37814"/>
                  </a:cubicBezTo>
                  <a:lnTo>
                    <a:pt x="69723" y="37814"/>
                  </a:lnTo>
                  <a:lnTo>
                    <a:pt x="69723" y="5810"/>
                  </a:lnTo>
                  <a:lnTo>
                    <a:pt x="0" y="5810"/>
                  </a:lnTo>
                  <a:lnTo>
                    <a:pt x="0" y="239839"/>
                  </a:lnTo>
                  <a:lnTo>
                    <a:pt x="72676" y="239839"/>
                  </a:lnTo>
                  <a:lnTo>
                    <a:pt x="72676" y="124111"/>
                  </a:lnTo>
                  <a:cubicBezTo>
                    <a:pt x="72676" y="93631"/>
                    <a:pt x="78486" y="64008"/>
                    <a:pt x="116300" y="64008"/>
                  </a:cubicBezTo>
                  <a:cubicBezTo>
                    <a:pt x="154115" y="64008"/>
                    <a:pt x="154115" y="98869"/>
                    <a:pt x="154115" y="126016"/>
                  </a:cubicBezTo>
                  <a:lnTo>
                    <a:pt x="154115" y="239839"/>
                  </a:lnTo>
                  <a:lnTo>
                    <a:pt x="226790" y="239839"/>
                  </a:lnTo>
                  <a:lnTo>
                    <a:pt x="226790" y="111538"/>
                  </a:lnTo>
                  <a:cubicBezTo>
                    <a:pt x="226790" y="48577"/>
                    <a:pt x="213170" y="95"/>
                    <a:pt x="139541" y="9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D7235AA9-6C56-4AF4-5D5D-249E43C4A4B9}"/>
                </a:ext>
              </a:extLst>
            </p:cNvPr>
            <p:cNvSpPr/>
            <p:nvPr userDrawn="1"/>
          </p:nvSpPr>
          <p:spPr>
            <a:xfrm>
              <a:off x="8639104" y="1690572"/>
              <a:ext cx="1113317" cy="1113318"/>
            </a:xfrm>
            <a:custGeom>
              <a:avLst/>
              <a:gdLst>
                <a:gd name="connsiteX0" fmla="*/ 0 w 543305"/>
                <a:gd name="connsiteY0" fmla="*/ 0 h 543306"/>
                <a:gd name="connsiteX1" fmla="*/ 543306 w 543305"/>
                <a:gd name="connsiteY1" fmla="*/ 0 h 543306"/>
                <a:gd name="connsiteX2" fmla="*/ 543306 w 543305"/>
                <a:gd name="connsiteY2" fmla="*/ 543306 h 543306"/>
                <a:gd name="connsiteX3" fmla="*/ 0 w 543305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5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9F594E5-39F7-5122-ACD7-B01BB6AD6085}"/>
                </a:ext>
              </a:extLst>
            </p:cNvPr>
            <p:cNvSpPr/>
            <p:nvPr userDrawn="1"/>
          </p:nvSpPr>
          <p:spPr>
            <a:xfrm>
              <a:off x="9250999" y="2079375"/>
              <a:ext cx="335713" cy="335714"/>
            </a:xfrm>
            <a:custGeom>
              <a:avLst/>
              <a:gdLst>
                <a:gd name="connsiteX0" fmla="*/ 81915 w 163830"/>
                <a:gd name="connsiteY0" fmla="*/ 0 h 163830"/>
                <a:gd name="connsiteX1" fmla="*/ 0 w 163830"/>
                <a:gd name="connsiteY1" fmla="*/ 81915 h 163830"/>
                <a:gd name="connsiteX2" fmla="*/ 81915 w 163830"/>
                <a:gd name="connsiteY2" fmla="*/ 163830 h 163830"/>
                <a:gd name="connsiteX3" fmla="*/ 163830 w 163830"/>
                <a:gd name="connsiteY3" fmla="*/ 81915 h 163830"/>
                <a:gd name="connsiteX4" fmla="*/ 81915 w 163830"/>
                <a:gd name="connsiteY4" fmla="*/ 0 h 163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830" h="163830">
                  <a:moveTo>
                    <a:pt x="81915" y="0"/>
                  </a:moveTo>
                  <a:cubicBezTo>
                    <a:pt x="36672" y="0"/>
                    <a:pt x="0" y="36671"/>
                    <a:pt x="0" y="81915"/>
                  </a:cubicBezTo>
                  <a:cubicBezTo>
                    <a:pt x="0" y="127159"/>
                    <a:pt x="36672" y="163830"/>
                    <a:pt x="81915" y="163830"/>
                  </a:cubicBezTo>
                  <a:cubicBezTo>
                    <a:pt x="127159" y="163830"/>
                    <a:pt x="163830" y="127159"/>
                    <a:pt x="163830" y="81915"/>
                  </a:cubicBezTo>
                  <a:cubicBezTo>
                    <a:pt x="163830" y="36671"/>
                    <a:pt x="127159" y="0"/>
                    <a:pt x="8191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9221A9C7-C6AD-0626-16DC-BE6C6F74C19B}"/>
                </a:ext>
              </a:extLst>
            </p:cNvPr>
            <p:cNvSpPr/>
            <p:nvPr userDrawn="1"/>
          </p:nvSpPr>
          <p:spPr>
            <a:xfrm>
              <a:off x="8804617" y="2079375"/>
              <a:ext cx="335713" cy="335711"/>
            </a:xfrm>
            <a:custGeom>
              <a:avLst/>
              <a:gdLst>
                <a:gd name="connsiteX0" fmla="*/ 163830 w 163830"/>
                <a:gd name="connsiteY0" fmla="*/ 81915 h 163829"/>
                <a:gd name="connsiteX1" fmla="*/ 81915 w 163830"/>
                <a:gd name="connsiteY1" fmla="*/ 163830 h 163829"/>
                <a:gd name="connsiteX2" fmla="*/ 1 w 163830"/>
                <a:gd name="connsiteY2" fmla="*/ 81915 h 163829"/>
                <a:gd name="connsiteX3" fmla="*/ 81915 w 163830"/>
                <a:gd name="connsiteY3" fmla="*/ 0 h 163829"/>
                <a:gd name="connsiteX4" fmla="*/ 163830 w 163830"/>
                <a:gd name="connsiteY4" fmla="*/ 81915 h 163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830" h="163829">
                  <a:moveTo>
                    <a:pt x="163830" y="81915"/>
                  </a:moveTo>
                  <a:cubicBezTo>
                    <a:pt x="163830" y="127155"/>
                    <a:pt x="127156" y="163830"/>
                    <a:pt x="81915" y="163830"/>
                  </a:cubicBezTo>
                  <a:cubicBezTo>
                    <a:pt x="36675" y="163830"/>
                    <a:pt x="1" y="127155"/>
                    <a:pt x="1" y="81915"/>
                  </a:cubicBezTo>
                  <a:cubicBezTo>
                    <a:pt x="1" y="36675"/>
                    <a:pt x="36675" y="0"/>
                    <a:pt x="81915" y="0"/>
                  </a:cubicBezTo>
                  <a:cubicBezTo>
                    <a:pt x="127156" y="0"/>
                    <a:pt x="163830" y="36675"/>
                    <a:pt x="163830" y="819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2857E51B-0F39-5587-5067-B466AAFF56CC}"/>
                </a:ext>
              </a:extLst>
            </p:cNvPr>
            <p:cNvSpPr/>
            <p:nvPr userDrawn="1"/>
          </p:nvSpPr>
          <p:spPr>
            <a:xfrm>
              <a:off x="3663327" y="1692523"/>
              <a:ext cx="1113318" cy="1113318"/>
            </a:xfrm>
            <a:custGeom>
              <a:avLst/>
              <a:gdLst>
                <a:gd name="connsiteX0" fmla="*/ 0 w 543306"/>
                <a:gd name="connsiteY0" fmla="*/ 0 h 543306"/>
                <a:gd name="connsiteX1" fmla="*/ 543306 w 543306"/>
                <a:gd name="connsiteY1" fmla="*/ 0 h 543306"/>
                <a:gd name="connsiteX2" fmla="*/ 543306 w 543306"/>
                <a:gd name="connsiteY2" fmla="*/ 543306 h 543306"/>
                <a:gd name="connsiteX3" fmla="*/ 0 w 543306"/>
                <a:gd name="connsiteY3" fmla="*/ 543306 h 543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3306" h="543306">
                  <a:moveTo>
                    <a:pt x="0" y="0"/>
                  </a:moveTo>
                  <a:lnTo>
                    <a:pt x="543306" y="0"/>
                  </a:lnTo>
                  <a:lnTo>
                    <a:pt x="543306" y="543306"/>
                  </a:lnTo>
                  <a:lnTo>
                    <a:pt x="0" y="543306"/>
                  </a:lnTo>
                  <a:close/>
                </a:path>
              </a:pathLst>
            </a:custGeom>
            <a:solidFill>
              <a:srgbClr val="0079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B9A5378C-3AD2-2975-4FF4-12CED3D169DD}"/>
                </a:ext>
              </a:extLst>
            </p:cNvPr>
            <p:cNvSpPr/>
            <p:nvPr userDrawn="1"/>
          </p:nvSpPr>
          <p:spPr>
            <a:xfrm>
              <a:off x="3867878" y="1889462"/>
              <a:ext cx="703825" cy="719246"/>
            </a:xfrm>
            <a:custGeom>
              <a:avLst/>
              <a:gdLst>
                <a:gd name="connsiteX0" fmla="*/ 204406 w 343471"/>
                <a:gd name="connsiteY0" fmla="*/ 148685 h 350996"/>
                <a:gd name="connsiteX1" fmla="*/ 332327 w 343471"/>
                <a:gd name="connsiteY1" fmla="*/ 0 h 350996"/>
                <a:gd name="connsiteX2" fmla="*/ 302038 w 343471"/>
                <a:gd name="connsiteY2" fmla="*/ 0 h 350996"/>
                <a:gd name="connsiteX3" fmla="*/ 190976 w 343471"/>
                <a:gd name="connsiteY3" fmla="*/ 129064 h 350996"/>
                <a:gd name="connsiteX4" fmla="*/ 102298 w 343471"/>
                <a:gd name="connsiteY4" fmla="*/ 0 h 350996"/>
                <a:gd name="connsiteX5" fmla="*/ 0 w 343471"/>
                <a:gd name="connsiteY5" fmla="*/ 0 h 350996"/>
                <a:gd name="connsiteX6" fmla="*/ 134112 w 343471"/>
                <a:gd name="connsiteY6" fmla="*/ 195167 h 350996"/>
                <a:gd name="connsiteX7" fmla="*/ 0 w 343471"/>
                <a:gd name="connsiteY7" fmla="*/ 350996 h 350996"/>
                <a:gd name="connsiteX8" fmla="*/ 30289 w 343471"/>
                <a:gd name="connsiteY8" fmla="*/ 350996 h 350996"/>
                <a:gd name="connsiteX9" fmla="*/ 147542 w 343471"/>
                <a:gd name="connsiteY9" fmla="*/ 214694 h 350996"/>
                <a:gd name="connsiteX10" fmla="*/ 241173 w 343471"/>
                <a:gd name="connsiteY10" fmla="*/ 350996 h 350996"/>
                <a:gd name="connsiteX11" fmla="*/ 343471 w 343471"/>
                <a:gd name="connsiteY11" fmla="*/ 350996 h 350996"/>
                <a:gd name="connsiteX12" fmla="*/ 204406 w 343471"/>
                <a:gd name="connsiteY12" fmla="*/ 148590 h 350996"/>
                <a:gd name="connsiteX13" fmla="*/ 204406 w 343471"/>
                <a:gd name="connsiteY13" fmla="*/ 148590 h 350996"/>
                <a:gd name="connsiteX14" fmla="*/ 162973 w 343471"/>
                <a:gd name="connsiteY14" fmla="*/ 196882 h 350996"/>
                <a:gd name="connsiteX15" fmla="*/ 149352 w 343471"/>
                <a:gd name="connsiteY15" fmla="*/ 177451 h 350996"/>
                <a:gd name="connsiteX16" fmla="*/ 41243 w 343471"/>
                <a:gd name="connsiteY16" fmla="*/ 22765 h 350996"/>
                <a:gd name="connsiteX17" fmla="*/ 87821 w 343471"/>
                <a:gd name="connsiteY17" fmla="*/ 22765 h 350996"/>
                <a:gd name="connsiteX18" fmla="*/ 175070 w 343471"/>
                <a:gd name="connsiteY18" fmla="*/ 147542 h 350996"/>
                <a:gd name="connsiteX19" fmla="*/ 188690 w 343471"/>
                <a:gd name="connsiteY19" fmla="*/ 166973 h 350996"/>
                <a:gd name="connsiteX20" fmla="*/ 302133 w 343471"/>
                <a:gd name="connsiteY20" fmla="*/ 329184 h 350996"/>
                <a:gd name="connsiteX21" fmla="*/ 255556 w 343471"/>
                <a:gd name="connsiteY21" fmla="*/ 329184 h 350996"/>
                <a:gd name="connsiteX22" fmla="*/ 162973 w 343471"/>
                <a:gd name="connsiteY22" fmla="*/ 196787 h 350996"/>
                <a:gd name="connsiteX23" fmla="*/ 162973 w 343471"/>
                <a:gd name="connsiteY23" fmla="*/ 196787 h 350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3471" h="350996">
                  <a:moveTo>
                    <a:pt x="204406" y="148685"/>
                  </a:moveTo>
                  <a:lnTo>
                    <a:pt x="332327" y="0"/>
                  </a:lnTo>
                  <a:lnTo>
                    <a:pt x="302038" y="0"/>
                  </a:lnTo>
                  <a:lnTo>
                    <a:pt x="190976" y="129064"/>
                  </a:lnTo>
                  <a:lnTo>
                    <a:pt x="102298" y="0"/>
                  </a:lnTo>
                  <a:lnTo>
                    <a:pt x="0" y="0"/>
                  </a:lnTo>
                  <a:lnTo>
                    <a:pt x="134112" y="195167"/>
                  </a:lnTo>
                  <a:lnTo>
                    <a:pt x="0" y="350996"/>
                  </a:lnTo>
                  <a:lnTo>
                    <a:pt x="30289" y="350996"/>
                  </a:lnTo>
                  <a:lnTo>
                    <a:pt x="147542" y="214694"/>
                  </a:lnTo>
                  <a:lnTo>
                    <a:pt x="241173" y="350996"/>
                  </a:lnTo>
                  <a:lnTo>
                    <a:pt x="343471" y="350996"/>
                  </a:lnTo>
                  <a:lnTo>
                    <a:pt x="204406" y="148590"/>
                  </a:lnTo>
                  <a:lnTo>
                    <a:pt x="204406" y="148590"/>
                  </a:lnTo>
                  <a:close/>
                  <a:moveTo>
                    <a:pt x="162973" y="196882"/>
                  </a:moveTo>
                  <a:lnTo>
                    <a:pt x="149352" y="177451"/>
                  </a:lnTo>
                  <a:lnTo>
                    <a:pt x="41243" y="22765"/>
                  </a:lnTo>
                  <a:lnTo>
                    <a:pt x="87821" y="22765"/>
                  </a:lnTo>
                  <a:lnTo>
                    <a:pt x="175070" y="147542"/>
                  </a:lnTo>
                  <a:lnTo>
                    <a:pt x="188690" y="166973"/>
                  </a:lnTo>
                  <a:lnTo>
                    <a:pt x="302133" y="329184"/>
                  </a:lnTo>
                  <a:lnTo>
                    <a:pt x="255556" y="329184"/>
                  </a:lnTo>
                  <a:lnTo>
                    <a:pt x="162973" y="196787"/>
                  </a:lnTo>
                  <a:lnTo>
                    <a:pt x="162973" y="19678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48517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-3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285">
            <a:extLst>
              <a:ext uri="{FF2B5EF4-FFF2-40B4-BE49-F238E27FC236}">
                <a16:creationId xmlns:a16="http://schemas.microsoft.com/office/drawing/2014/main" id="{33C27B49-A27E-0D8E-47DA-07C46ED6F8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D5DB1-B0F4-39A7-9E5F-343BB17944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2" y="365125"/>
            <a:ext cx="11685523" cy="886397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One-sentence headline stating the main takeaway message </a:t>
            </a:r>
            <a:br>
              <a:rPr lang="en-US" dirty="0"/>
            </a:br>
            <a:r>
              <a:rPr lang="en-US" dirty="0"/>
              <a:t>for the slide; no longer than two lines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F7721B-92F3-10FF-5A89-459D1C6BA969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0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FD5FAFE-F099-74C8-600F-3FEE5ACA26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  <p:sp>
        <p:nvSpPr>
          <p:cNvPr id="6" name="Picture Placeholder 360">
            <a:extLst>
              <a:ext uri="{FF2B5EF4-FFF2-40B4-BE49-F238E27FC236}">
                <a16:creationId xmlns:a16="http://schemas.microsoft.com/office/drawing/2014/main" id="{22CDA623-F17D-C055-60D8-139C9924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73908" y="1647919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60">
            <a:extLst>
              <a:ext uri="{FF2B5EF4-FFF2-40B4-BE49-F238E27FC236}">
                <a16:creationId xmlns:a16="http://schemas.microsoft.com/office/drawing/2014/main" id="{3347E071-335C-4249-3E65-B4125AADA3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9380" y="1654993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360">
            <a:extLst>
              <a:ext uri="{FF2B5EF4-FFF2-40B4-BE49-F238E27FC236}">
                <a16:creationId xmlns:a16="http://schemas.microsoft.com/office/drawing/2014/main" id="{3FE91602-2738-A673-EBF8-A0ACA14E65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6285" y="1677066"/>
            <a:ext cx="2393950" cy="239395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364">
            <a:extLst>
              <a:ext uri="{FF2B5EF4-FFF2-40B4-BE49-F238E27FC236}">
                <a16:creationId xmlns:a16="http://schemas.microsoft.com/office/drawing/2014/main" id="{9403276D-5FB8-BD3C-65B5-24E0F431AC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73238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1</a:t>
            </a:r>
          </a:p>
        </p:txBody>
      </p:sp>
      <p:sp>
        <p:nvSpPr>
          <p:cNvPr id="10" name="Text Placeholder 364">
            <a:extLst>
              <a:ext uri="{FF2B5EF4-FFF2-40B4-BE49-F238E27FC236}">
                <a16:creationId xmlns:a16="http://schemas.microsoft.com/office/drawing/2014/main" id="{DEAD8E05-AA79-AD7E-E31D-26EE870F83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49380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2</a:t>
            </a:r>
          </a:p>
        </p:txBody>
      </p:sp>
      <p:sp>
        <p:nvSpPr>
          <p:cNvPr id="11" name="Text Placeholder 364">
            <a:extLst>
              <a:ext uri="{FF2B5EF4-FFF2-40B4-BE49-F238E27FC236}">
                <a16:creationId xmlns:a16="http://schemas.microsoft.com/office/drawing/2014/main" id="{A7759041-293D-A1CE-7012-E2391337B1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6285" y="4209116"/>
            <a:ext cx="2393950" cy="369332"/>
          </a:xfrm>
        </p:spPr>
        <p:txBody>
          <a:bodyPr tIns="91440" bIns="0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 b="1">
                <a:solidFill>
                  <a:schemeClr val="bg1"/>
                </a:solidFill>
              </a:defRPr>
            </a:lvl2pPr>
            <a:lvl3pPr marL="914400" indent="0" algn="ctr">
              <a:buNone/>
              <a:defRPr sz="2000" b="1">
                <a:solidFill>
                  <a:schemeClr val="bg1"/>
                </a:solidFill>
              </a:defRPr>
            </a:lvl3pPr>
            <a:lvl4pPr marL="1371600" indent="0" algn="ctr">
              <a:buNone/>
              <a:defRPr sz="2000" b="1">
                <a:solidFill>
                  <a:schemeClr val="bg1"/>
                </a:solidFill>
              </a:defRPr>
            </a:lvl4pPr>
            <a:lvl5pPr marL="1828800" indent="0" algn="ctr">
              <a:buNone/>
              <a:defRPr sz="2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6527932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xagon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FC910-D2D4-C5E3-4A8E-DB371D1637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39371" y="-23484"/>
            <a:ext cx="6737350" cy="6865418"/>
          </a:xfrm>
          <a:custGeom>
            <a:avLst/>
            <a:gdLst>
              <a:gd name="connsiteX0" fmla="*/ 4765422 w 6737350"/>
              <a:gd name="connsiteY0" fmla="*/ 5955463 h 6865418"/>
              <a:gd name="connsiteX1" fmla="*/ 6080062 w 6737350"/>
              <a:gd name="connsiteY1" fmla="*/ 5955463 h 6865418"/>
              <a:gd name="connsiteX2" fmla="*/ 6604382 w 6737350"/>
              <a:gd name="connsiteY2" fmla="*/ 6863640 h 6865418"/>
              <a:gd name="connsiteX3" fmla="*/ 4240721 w 6737350"/>
              <a:gd name="connsiteY3" fmla="*/ 6864212 h 6865418"/>
              <a:gd name="connsiteX4" fmla="*/ 2712846 w 6737350"/>
              <a:gd name="connsiteY4" fmla="*/ 4762425 h 6865418"/>
              <a:gd name="connsiteX5" fmla="*/ 4027487 w 6737350"/>
              <a:gd name="connsiteY5" fmla="*/ 4762425 h 6865418"/>
              <a:gd name="connsiteX6" fmla="*/ 4684776 w 6737350"/>
              <a:gd name="connsiteY6" fmla="*/ 5900917 h 6865418"/>
              <a:gd name="connsiteX7" fmla="*/ 4128579 w 6737350"/>
              <a:gd name="connsiteY7" fmla="*/ 6864339 h 6865418"/>
              <a:gd name="connsiteX8" fmla="*/ 2612326 w 6737350"/>
              <a:gd name="connsiteY8" fmla="*/ 6865418 h 6865418"/>
              <a:gd name="connsiteX9" fmla="*/ 2055495 w 6737350"/>
              <a:gd name="connsiteY9" fmla="*/ 5900917 h 6865418"/>
              <a:gd name="connsiteX10" fmla="*/ 4765421 w 6737350"/>
              <a:gd name="connsiteY10" fmla="*/ 3584563 h 6865418"/>
              <a:gd name="connsiteX11" fmla="*/ 6080061 w 6737350"/>
              <a:gd name="connsiteY11" fmla="*/ 3584563 h 6865418"/>
              <a:gd name="connsiteX12" fmla="*/ 6737350 w 6737350"/>
              <a:gd name="connsiteY12" fmla="*/ 4723055 h 6865418"/>
              <a:gd name="connsiteX13" fmla="*/ 6080061 w 6737350"/>
              <a:gd name="connsiteY13" fmla="*/ 5861546 h 6865418"/>
              <a:gd name="connsiteX14" fmla="*/ 4765421 w 6737350"/>
              <a:gd name="connsiteY14" fmla="*/ 5861546 h 6865418"/>
              <a:gd name="connsiteX15" fmla="*/ 4108069 w 6737350"/>
              <a:gd name="connsiteY15" fmla="*/ 4723055 h 6865418"/>
              <a:gd name="connsiteX16" fmla="*/ 2712846 w 6737350"/>
              <a:gd name="connsiteY16" fmla="*/ 2395463 h 6865418"/>
              <a:gd name="connsiteX17" fmla="*/ 4027487 w 6737350"/>
              <a:gd name="connsiteY17" fmla="*/ 2395463 h 6865418"/>
              <a:gd name="connsiteX18" fmla="*/ 4684776 w 6737350"/>
              <a:gd name="connsiteY18" fmla="*/ 3533955 h 6865418"/>
              <a:gd name="connsiteX19" fmla="*/ 4027487 w 6737350"/>
              <a:gd name="connsiteY19" fmla="*/ 4672446 h 6865418"/>
              <a:gd name="connsiteX20" fmla="*/ 2712846 w 6737350"/>
              <a:gd name="connsiteY20" fmla="*/ 4672446 h 6865418"/>
              <a:gd name="connsiteX21" fmla="*/ 2055495 w 6737350"/>
              <a:gd name="connsiteY21" fmla="*/ 3533955 h 6865418"/>
              <a:gd name="connsiteX22" fmla="*/ 657289 w 6737350"/>
              <a:gd name="connsiteY22" fmla="*/ 1217538 h 6865418"/>
              <a:gd name="connsiteX23" fmla="*/ 1971929 w 6737350"/>
              <a:gd name="connsiteY23" fmla="*/ 1217538 h 6865418"/>
              <a:gd name="connsiteX24" fmla="*/ 2629281 w 6737350"/>
              <a:gd name="connsiteY24" fmla="*/ 2356092 h 6865418"/>
              <a:gd name="connsiteX25" fmla="*/ 1971929 w 6737350"/>
              <a:gd name="connsiteY25" fmla="*/ 3494584 h 6865418"/>
              <a:gd name="connsiteX26" fmla="*/ 657289 w 6737350"/>
              <a:gd name="connsiteY26" fmla="*/ 3494584 h 6865418"/>
              <a:gd name="connsiteX27" fmla="*/ 0 w 6737350"/>
              <a:gd name="connsiteY27" fmla="*/ 2356092 h 6865418"/>
              <a:gd name="connsiteX28" fmla="*/ 4765421 w 6737350"/>
              <a:gd name="connsiteY28" fmla="*/ 1217537 h 6865418"/>
              <a:gd name="connsiteX29" fmla="*/ 6080061 w 6737350"/>
              <a:gd name="connsiteY29" fmla="*/ 1217537 h 6865418"/>
              <a:gd name="connsiteX30" fmla="*/ 6737350 w 6737350"/>
              <a:gd name="connsiteY30" fmla="*/ 2356092 h 6865418"/>
              <a:gd name="connsiteX31" fmla="*/ 6080061 w 6737350"/>
              <a:gd name="connsiteY31" fmla="*/ 3494584 h 6865418"/>
              <a:gd name="connsiteX32" fmla="*/ 4765421 w 6737350"/>
              <a:gd name="connsiteY32" fmla="*/ 3494584 h 6865418"/>
              <a:gd name="connsiteX33" fmla="*/ 4108069 w 6737350"/>
              <a:gd name="connsiteY33" fmla="*/ 2356092 h 6865418"/>
              <a:gd name="connsiteX34" fmla="*/ 2712846 w 6737350"/>
              <a:gd name="connsiteY34" fmla="*/ 39549 h 6865418"/>
              <a:gd name="connsiteX35" fmla="*/ 4027487 w 6737350"/>
              <a:gd name="connsiteY35" fmla="*/ 39549 h 6865418"/>
              <a:gd name="connsiteX36" fmla="*/ 4684776 w 6737350"/>
              <a:gd name="connsiteY36" fmla="*/ 1178041 h 6865418"/>
              <a:gd name="connsiteX37" fmla="*/ 4027487 w 6737350"/>
              <a:gd name="connsiteY37" fmla="*/ 2316532 h 6865418"/>
              <a:gd name="connsiteX38" fmla="*/ 2712846 w 6737350"/>
              <a:gd name="connsiteY38" fmla="*/ 2316532 h 6865418"/>
              <a:gd name="connsiteX39" fmla="*/ 2055495 w 6737350"/>
              <a:gd name="connsiteY39" fmla="*/ 1178041 h 6865418"/>
              <a:gd name="connsiteX40" fmla="*/ 13492 w 6737350"/>
              <a:gd name="connsiteY40" fmla="*/ 0 h 6865418"/>
              <a:gd name="connsiteX41" fmla="*/ 2631396 w 6737350"/>
              <a:gd name="connsiteY41" fmla="*/ 13447 h 6865418"/>
              <a:gd name="connsiteX42" fmla="*/ 1973010 w 6737350"/>
              <a:gd name="connsiteY42" fmla="*/ 1137655 h 6865418"/>
              <a:gd name="connsiteX43" fmla="*/ 658369 w 6737350"/>
              <a:gd name="connsiteY43" fmla="*/ 1137655 h 6865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737350" h="6865418">
                <a:moveTo>
                  <a:pt x="4765422" y="5955463"/>
                </a:moveTo>
                <a:lnTo>
                  <a:pt x="6080062" y="5955463"/>
                </a:lnTo>
                <a:lnTo>
                  <a:pt x="6604382" y="6863640"/>
                </a:lnTo>
                <a:lnTo>
                  <a:pt x="4240721" y="6864212"/>
                </a:lnTo>
                <a:close/>
                <a:moveTo>
                  <a:pt x="2712846" y="4762425"/>
                </a:moveTo>
                <a:lnTo>
                  <a:pt x="4027487" y="4762425"/>
                </a:lnTo>
                <a:lnTo>
                  <a:pt x="4684776" y="5900917"/>
                </a:lnTo>
                <a:lnTo>
                  <a:pt x="4128579" y="6864339"/>
                </a:lnTo>
                <a:lnTo>
                  <a:pt x="2612326" y="6865418"/>
                </a:lnTo>
                <a:lnTo>
                  <a:pt x="2055495" y="5900917"/>
                </a:lnTo>
                <a:close/>
                <a:moveTo>
                  <a:pt x="4765421" y="3584563"/>
                </a:moveTo>
                <a:lnTo>
                  <a:pt x="6080061" y="3584563"/>
                </a:lnTo>
                <a:lnTo>
                  <a:pt x="6737350" y="4723055"/>
                </a:lnTo>
                <a:lnTo>
                  <a:pt x="6080061" y="5861546"/>
                </a:lnTo>
                <a:lnTo>
                  <a:pt x="4765421" y="5861546"/>
                </a:lnTo>
                <a:lnTo>
                  <a:pt x="4108069" y="4723055"/>
                </a:lnTo>
                <a:close/>
                <a:moveTo>
                  <a:pt x="2712846" y="2395463"/>
                </a:moveTo>
                <a:lnTo>
                  <a:pt x="4027487" y="2395463"/>
                </a:lnTo>
                <a:lnTo>
                  <a:pt x="4684776" y="3533955"/>
                </a:lnTo>
                <a:lnTo>
                  <a:pt x="4027487" y="4672446"/>
                </a:lnTo>
                <a:lnTo>
                  <a:pt x="2712846" y="4672446"/>
                </a:lnTo>
                <a:lnTo>
                  <a:pt x="2055495" y="3533955"/>
                </a:lnTo>
                <a:close/>
                <a:moveTo>
                  <a:pt x="657289" y="1217538"/>
                </a:moveTo>
                <a:lnTo>
                  <a:pt x="1971929" y="1217538"/>
                </a:lnTo>
                <a:lnTo>
                  <a:pt x="2629281" y="2356092"/>
                </a:lnTo>
                <a:lnTo>
                  <a:pt x="1971929" y="3494584"/>
                </a:lnTo>
                <a:lnTo>
                  <a:pt x="657289" y="3494584"/>
                </a:lnTo>
                <a:lnTo>
                  <a:pt x="0" y="2356092"/>
                </a:lnTo>
                <a:close/>
                <a:moveTo>
                  <a:pt x="4765421" y="1217537"/>
                </a:moveTo>
                <a:lnTo>
                  <a:pt x="6080061" y="1217537"/>
                </a:lnTo>
                <a:lnTo>
                  <a:pt x="6737350" y="2356092"/>
                </a:lnTo>
                <a:lnTo>
                  <a:pt x="6080061" y="3494584"/>
                </a:lnTo>
                <a:lnTo>
                  <a:pt x="4765421" y="3494584"/>
                </a:lnTo>
                <a:lnTo>
                  <a:pt x="4108069" y="2356092"/>
                </a:lnTo>
                <a:close/>
                <a:moveTo>
                  <a:pt x="2712846" y="39549"/>
                </a:moveTo>
                <a:lnTo>
                  <a:pt x="4027487" y="39549"/>
                </a:lnTo>
                <a:lnTo>
                  <a:pt x="4684776" y="1178041"/>
                </a:lnTo>
                <a:lnTo>
                  <a:pt x="4027487" y="2316532"/>
                </a:lnTo>
                <a:lnTo>
                  <a:pt x="2712846" y="2316532"/>
                </a:lnTo>
                <a:lnTo>
                  <a:pt x="2055495" y="1178041"/>
                </a:lnTo>
                <a:close/>
                <a:moveTo>
                  <a:pt x="13492" y="0"/>
                </a:moveTo>
                <a:lnTo>
                  <a:pt x="2631396" y="13447"/>
                </a:lnTo>
                <a:lnTo>
                  <a:pt x="1973010" y="1137655"/>
                </a:lnTo>
                <a:lnTo>
                  <a:pt x="658369" y="11376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7CE54-A067-C608-8071-D9BFAF60E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693" y="365125"/>
            <a:ext cx="4412934" cy="1772793"/>
          </a:xfrm>
        </p:spPr>
        <p:txBody>
          <a:bodyPr anchor="t" anchorCtr="0">
            <a:noAutofit/>
          </a:bodyPr>
          <a:lstStyle/>
          <a:p>
            <a:r>
              <a:rPr lang="en-US" dirty="0"/>
              <a:t>One-sentence headline stating the main takeaway message </a:t>
            </a:r>
            <a:br>
              <a:rPr lang="en-US" dirty="0"/>
            </a:br>
            <a:r>
              <a:rPr lang="en-US" dirty="0"/>
              <a:t>for the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9DD14-4659-B8FE-84E6-93F5C544420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14693" y="2514601"/>
            <a:ext cx="4412934" cy="3756990"/>
          </a:xfrm>
        </p:spPr>
        <p:txBody>
          <a:bodyPr anchor="t" anchorCtr="0">
            <a:no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Supporting point 1 </a:t>
            </a:r>
            <a:br>
              <a:rPr lang="en-US" dirty="0"/>
            </a:br>
            <a:r>
              <a:rPr lang="en-US" dirty="0"/>
              <a:t>Supporting point 2</a:t>
            </a:r>
            <a:br>
              <a:rPr lang="en-US" dirty="0"/>
            </a:br>
            <a:r>
              <a:rPr lang="en-US" dirty="0"/>
              <a:t>Supporting point 3</a:t>
            </a:r>
          </a:p>
        </p:txBody>
      </p:sp>
    </p:spTree>
    <p:extLst>
      <p:ext uri="{BB962C8B-B14F-4D97-AF65-F5344CB8AC3E}">
        <p14:creationId xmlns:p14="http://schemas.microsoft.com/office/powerpoint/2010/main" val="35542031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- OR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85">
            <a:extLst>
              <a:ext uri="{FF2B5EF4-FFF2-40B4-BE49-F238E27FC236}">
                <a16:creationId xmlns:a16="http://schemas.microsoft.com/office/drawing/2014/main" id="{89B1F087-DF83-09A8-95A1-156B3E9031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E6F3ADE-A89C-6520-CF9E-35DBBF658006}"/>
              </a:ext>
            </a:extLst>
          </p:cNvPr>
          <p:cNvGrpSpPr/>
          <p:nvPr userDrawn="1"/>
        </p:nvGrpSpPr>
        <p:grpSpPr>
          <a:xfrm>
            <a:off x="4258364" y="5999147"/>
            <a:ext cx="3675272" cy="369332"/>
            <a:chOff x="2384568" y="6390825"/>
            <a:chExt cx="3439954" cy="345685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1B8E79D-B334-5A32-32FE-8CC93A632A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84568" y="6424653"/>
              <a:ext cx="1103769" cy="27804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24FEE0D-24E7-9F86-60D8-E8982B5DB295}"/>
                </a:ext>
              </a:extLst>
            </p:cNvPr>
            <p:cNvSpPr txBox="1"/>
            <p:nvPr userDrawn="1"/>
          </p:nvSpPr>
          <p:spPr>
            <a:xfrm>
              <a:off x="3588247" y="6390825"/>
              <a:ext cx="2236275" cy="3456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ORNL IS MANAGED BY UT-BATTELLE LLC </a:t>
              </a:r>
              <a:b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</a:br>
              <a:r>
                <a:rPr lang="en-US" sz="900" b="0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FOR THE US DEPARTMENT OF ENERGY</a:t>
              </a:r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5CAC3282-DC62-4A2A-767F-48373E113E9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09255" y="2735048"/>
            <a:ext cx="5773490" cy="138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54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4753CB-6476-BF2C-3CDC-FAB102C7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2" y="365125"/>
            <a:ext cx="11492432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33DD6-9940-13F2-ECB0-187773310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4692" y="1817556"/>
            <a:ext cx="11492432" cy="40205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25FC33D5-6A3D-626E-929B-EDEF84A7F09B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11526723" y="6576851"/>
            <a:ext cx="280401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173038">
              <a:lnSpc>
                <a:spcPct val="90000"/>
              </a:lnSpc>
              <a:tabLst>
                <a:tab pos="230188" algn="l"/>
              </a:tabLst>
              <a:defRPr/>
            </a:pPr>
            <a:fld id="{040BB257-551A-4736-B50F-DCF1BA034C06}" type="slidenum">
              <a:rPr lang="en-US" sz="1100" b="1" smtClean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pPr algn="ctr" defTabSz="173038">
                <a:lnSpc>
                  <a:spcPct val="90000"/>
                </a:lnSpc>
                <a:tabLst>
                  <a:tab pos="230188" algn="l"/>
                </a:tabLst>
                <a:defRPr/>
              </a:pPr>
              <a:t>‹#›</a:t>
            </a:fld>
            <a:endParaRPr lang="en-US" sz="1100" b="1" dirty="0">
              <a:solidFill>
                <a:schemeClr val="bg2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1" name="Rectangle 256">
            <a:extLst>
              <a:ext uri="{FF2B5EF4-FFF2-40B4-BE49-F238E27FC236}">
                <a16:creationId xmlns:a16="http://schemas.microsoft.com/office/drawing/2014/main" id="{DF5E4726-94A1-FED7-677B-96B372546603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7599464" y="6576851"/>
            <a:ext cx="3860800" cy="152400"/>
          </a:xfrm>
          <a:prstGeom prst="rect">
            <a:avLst/>
          </a:prstGeom>
          <a:ln/>
        </p:spPr>
        <p:txBody>
          <a:bodyPr anchor="ctr"/>
          <a:lstStyle/>
          <a:p>
            <a:pPr algn="r"/>
            <a:r>
              <a:rPr lang="en-US" sz="1000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0"/>
              </a:rPr>
              <a:t>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E8AFC4-0CE6-E93B-9E8C-DB368BD3C3DA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14693" y="6431818"/>
            <a:ext cx="1188988" cy="28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14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939" r:id="rId2"/>
    <p:sldLayoutId id="2147483896" r:id="rId3"/>
    <p:sldLayoutId id="2147483927" r:id="rId4"/>
    <p:sldLayoutId id="2147483928" r:id="rId5"/>
    <p:sldLayoutId id="2147483937" r:id="rId6"/>
    <p:sldLayoutId id="2147483897" r:id="rId7"/>
    <p:sldLayoutId id="2147483894" r:id="rId8"/>
    <p:sldLayoutId id="2147483827" r:id="rId9"/>
    <p:sldLayoutId id="2147483861" r:id="rId10"/>
    <p:sldLayoutId id="2147483934" r:id="rId11"/>
    <p:sldLayoutId id="2147483831" r:id="rId12"/>
    <p:sldLayoutId id="2147483832" r:id="rId13"/>
    <p:sldLayoutId id="2147483833" r:id="rId14"/>
    <p:sldLayoutId id="2147483834" r:id="rId15"/>
    <p:sldLayoutId id="2147483940" r:id="rId16"/>
    <p:sldLayoutId id="2147483905" r:id="rId17"/>
    <p:sldLayoutId id="2147483835" r:id="rId18"/>
    <p:sldLayoutId id="2147483938" r:id="rId19"/>
    <p:sldLayoutId id="2147483868" r:id="rId20"/>
    <p:sldLayoutId id="2147483930" r:id="rId21"/>
    <p:sldLayoutId id="2147483906" r:id="rId22"/>
    <p:sldLayoutId id="2147483829" r:id="rId23"/>
    <p:sldLayoutId id="2147483849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napkin.ai/" TargetMode="External"/><Relationship Id="rId2" Type="http://schemas.openxmlformats.org/officeDocument/2006/relationships/hyperlink" Target="https://notebooklm.google.com/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" TargetMode="External"/><Relationship Id="rId2" Type="http://schemas.openxmlformats.org/officeDocument/2006/relationships/hyperlink" Target="https://chat.com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laude.ai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router.ai/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angchain.com/" TargetMode="External"/><Relationship Id="rId3" Type="http://schemas.openxmlformats.org/officeDocument/2006/relationships/hyperlink" Target="https://labs.google/fx/tools/whisk" TargetMode="External"/><Relationship Id="rId7" Type="http://schemas.openxmlformats.org/officeDocument/2006/relationships/hyperlink" Target="https://ollama.com/" TargetMode="External"/><Relationship Id="rId2" Type="http://schemas.openxmlformats.org/officeDocument/2006/relationships/hyperlink" Target="https://aistudio.google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huggingface.co/" TargetMode="External"/><Relationship Id="rId5" Type="http://schemas.openxmlformats.org/officeDocument/2006/relationships/hyperlink" Target="https://mindmap.im/" TargetMode="External"/><Relationship Id="rId4" Type="http://schemas.openxmlformats.org/officeDocument/2006/relationships/hyperlink" Target="https://flowchartai.org/" TargetMode="External"/><Relationship Id="rId9" Type="http://schemas.openxmlformats.org/officeDocument/2006/relationships/hyperlink" Target="https://github.com/ml-explore/mlx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840813-7735-7870-4954-E123BBC35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449" y="2254308"/>
            <a:ext cx="7511107" cy="1268119"/>
          </a:xfrm>
        </p:spPr>
        <p:txBody>
          <a:bodyPr/>
          <a:lstStyle/>
          <a:p>
            <a:r>
              <a:rPr lang="en-US" sz="2800" dirty="0"/>
              <a:t>Some LLM Practices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800046-929C-AD52-FA6F-0FBD1EB39B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5450" y="4240070"/>
            <a:ext cx="4517136" cy="332399"/>
          </a:xfrm>
        </p:spPr>
        <p:txBody>
          <a:bodyPr/>
          <a:lstStyle/>
          <a:p>
            <a:r>
              <a:rPr lang="en-US" dirty="0"/>
              <a:t>Yuanpeng Zhang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D0E904-04A7-3517-9C7C-56A69D9D6C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15450" y="4655793"/>
            <a:ext cx="4517136" cy="627847"/>
          </a:xfrm>
        </p:spPr>
        <p:txBody>
          <a:bodyPr/>
          <a:lstStyle/>
          <a:p>
            <a:r>
              <a:rPr lang="en-US" dirty="0"/>
              <a:t>Neutron Scattering Division</a:t>
            </a:r>
          </a:p>
          <a:p>
            <a:pPr>
              <a:spcBef>
                <a:spcPts val="0"/>
              </a:spcBef>
            </a:pPr>
            <a:r>
              <a:rPr lang="en-US" dirty="0"/>
              <a:t>Sep-12-2025</a:t>
            </a:r>
          </a:p>
        </p:txBody>
      </p:sp>
    </p:spTree>
    <p:extLst>
      <p:ext uri="{BB962C8B-B14F-4D97-AF65-F5344CB8AC3E}">
        <p14:creationId xmlns:p14="http://schemas.microsoft.com/office/powerpoint/2010/main" val="279803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6755D-AE91-043B-4C15-294586317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2" y="169776"/>
            <a:ext cx="3272250" cy="516024"/>
          </a:xfrm>
        </p:spPr>
        <p:txBody>
          <a:bodyPr/>
          <a:lstStyle/>
          <a:p>
            <a:r>
              <a:rPr lang="en-US" dirty="0"/>
              <a:t>A Bit About LLM</a:t>
            </a:r>
          </a:p>
        </p:txBody>
      </p:sp>
      <p:pic>
        <p:nvPicPr>
          <p:cNvPr id="1026" name="Picture 2" descr="RNN-vs-FNN">
            <a:extLst>
              <a:ext uri="{FF2B5EF4-FFF2-40B4-BE49-F238E27FC236}">
                <a16:creationId xmlns:a16="http://schemas.microsoft.com/office/drawing/2014/main" id="{0AC90E59-C46C-D5F9-AFA4-6D44DB517F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4" t="4909" r="5482" b="11653"/>
          <a:stretch>
            <a:fillRect/>
          </a:stretch>
        </p:blipFill>
        <p:spPr bwMode="auto">
          <a:xfrm>
            <a:off x="665019" y="748454"/>
            <a:ext cx="4077392" cy="1934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784BC3-C81C-8E75-A1AB-EBA496BD0F04}"/>
              </a:ext>
            </a:extLst>
          </p:cNvPr>
          <p:cNvSpPr txBox="1"/>
          <p:nvPr/>
        </p:nvSpPr>
        <p:spPr>
          <a:xfrm>
            <a:off x="2779221" y="2782669"/>
            <a:ext cx="1974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Feed-Forward Neural Network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AB9F7-F2EF-0107-4A14-DF7A25F1E3E0}"/>
              </a:ext>
            </a:extLst>
          </p:cNvPr>
          <p:cNvSpPr txBox="1"/>
          <p:nvPr/>
        </p:nvSpPr>
        <p:spPr>
          <a:xfrm>
            <a:off x="559724" y="2782669"/>
            <a:ext cx="2096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Recurrent Neural Network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60CD0E-4962-65EB-35AE-2B7978AFED93}"/>
              </a:ext>
            </a:extLst>
          </p:cNvPr>
          <p:cNvCxnSpPr>
            <a:cxnSpLocks/>
          </p:cNvCxnSpPr>
          <p:nvPr/>
        </p:nvCxnSpPr>
        <p:spPr>
          <a:xfrm>
            <a:off x="1221971" y="3690851"/>
            <a:ext cx="10291156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DDECB87-03E1-048D-476F-5B9AE38A0914}"/>
              </a:ext>
            </a:extLst>
          </p:cNvPr>
          <p:cNvSpPr/>
          <p:nvPr/>
        </p:nvSpPr>
        <p:spPr>
          <a:xfrm>
            <a:off x="5719157" y="3580707"/>
            <a:ext cx="220287" cy="2202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7DB371-84BA-0694-80D4-276C67E8F6AF}"/>
              </a:ext>
            </a:extLst>
          </p:cNvPr>
          <p:cNvSpPr txBox="1"/>
          <p:nvPr/>
        </p:nvSpPr>
        <p:spPr>
          <a:xfrm>
            <a:off x="5477280" y="3800994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2017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D43F55-2E28-AA1F-3658-5B840A15BD0C}"/>
              </a:ext>
            </a:extLst>
          </p:cNvPr>
          <p:cNvSpPr/>
          <p:nvPr/>
        </p:nvSpPr>
        <p:spPr>
          <a:xfrm>
            <a:off x="5829299" y="4657224"/>
            <a:ext cx="1372407" cy="654610"/>
          </a:xfrm>
          <a:custGeom>
            <a:avLst/>
            <a:gdLst>
              <a:gd name="connsiteX0" fmla="*/ 0 w 1372407"/>
              <a:gd name="connsiteY0" fmla="*/ 109104 h 654610"/>
              <a:gd name="connsiteX1" fmla="*/ 109104 w 1372407"/>
              <a:gd name="connsiteY1" fmla="*/ 0 h 654610"/>
              <a:gd name="connsiteX2" fmla="*/ 686204 w 1372407"/>
              <a:gd name="connsiteY2" fmla="*/ 0 h 654610"/>
              <a:gd name="connsiteX3" fmla="*/ 1263303 w 1372407"/>
              <a:gd name="connsiteY3" fmla="*/ 0 h 654610"/>
              <a:gd name="connsiteX4" fmla="*/ 1372407 w 1372407"/>
              <a:gd name="connsiteY4" fmla="*/ 109104 h 654610"/>
              <a:gd name="connsiteX5" fmla="*/ 1372407 w 1372407"/>
              <a:gd name="connsiteY5" fmla="*/ 545506 h 654610"/>
              <a:gd name="connsiteX6" fmla="*/ 1263303 w 1372407"/>
              <a:gd name="connsiteY6" fmla="*/ 654610 h 654610"/>
              <a:gd name="connsiteX7" fmla="*/ 697745 w 1372407"/>
              <a:gd name="connsiteY7" fmla="*/ 654610 h 654610"/>
              <a:gd name="connsiteX8" fmla="*/ 109104 w 1372407"/>
              <a:gd name="connsiteY8" fmla="*/ 654610 h 654610"/>
              <a:gd name="connsiteX9" fmla="*/ 0 w 1372407"/>
              <a:gd name="connsiteY9" fmla="*/ 545506 h 654610"/>
              <a:gd name="connsiteX10" fmla="*/ 0 w 1372407"/>
              <a:gd name="connsiteY10" fmla="*/ 109104 h 65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72407" h="654610" extrusionOk="0">
                <a:moveTo>
                  <a:pt x="0" y="109104"/>
                </a:moveTo>
                <a:cubicBezTo>
                  <a:pt x="2629" y="43558"/>
                  <a:pt x="50093" y="-4099"/>
                  <a:pt x="109104" y="0"/>
                </a:cubicBezTo>
                <a:cubicBezTo>
                  <a:pt x="295197" y="4782"/>
                  <a:pt x="449318" y="16166"/>
                  <a:pt x="686204" y="0"/>
                </a:cubicBezTo>
                <a:cubicBezTo>
                  <a:pt x="923090" y="-16166"/>
                  <a:pt x="1011649" y="-13474"/>
                  <a:pt x="1263303" y="0"/>
                </a:cubicBezTo>
                <a:cubicBezTo>
                  <a:pt x="1333307" y="-8814"/>
                  <a:pt x="1375883" y="43300"/>
                  <a:pt x="1372407" y="109104"/>
                </a:cubicBezTo>
                <a:cubicBezTo>
                  <a:pt x="1373388" y="211177"/>
                  <a:pt x="1386512" y="346117"/>
                  <a:pt x="1372407" y="545506"/>
                </a:cubicBezTo>
                <a:cubicBezTo>
                  <a:pt x="1377100" y="609270"/>
                  <a:pt x="1326457" y="651680"/>
                  <a:pt x="1263303" y="654610"/>
                </a:cubicBezTo>
                <a:cubicBezTo>
                  <a:pt x="1135707" y="635058"/>
                  <a:pt x="833155" y="674960"/>
                  <a:pt x="697745" y="654610"/>
                </a:cubicBezTo>
                <a:cubicBezTo>
                  <a:pt x="562335" y="634260"/>
                  <a:pt x="270302" y="630466"/>
                  <a:pt x="109104" y="654610"/>
                </a:cubicBezTo>
                <a:cubicBezTo>
                  <a:pt x="59796" y="662258"/>
                  <a:pt x="-2268" y="591759"/>
                  <a:pt x="0" y="545506"/>
                </a:cubicBezTo>
                <a:cubicBezTo>
                  <a:pt x="18828" y="457984"/>
                  <a:pt x="14693" y="209417"/>
                  <a:pt x="0" y="109104"/>
                </a:cubicBezTo>
                <a:close/>
              </a:path>
            </a:pathLst>
          </a:custGeom>
          <a:noFill/>
          <a:ln w="28575">
            <a:solidFill>
              <a:srgbClr val="058859"/>
            </a:solidFill>
            <a:extLst>
              <a:ext uri="{C807C97D-BFC1-408E-A445-0C87EB9F89A2}">
                <ask:lineSketchStyleProps xmlns:ask="http://schemas.microsoft.com/office/drawing/2018/sketchyshapes" sd="353822193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2E60FA4-D7B6-F5D1-9317-B1F110FD4293}"/>
              </a:ext>
            </a:extLst>
          </p:cNvPr>
          <p:cNvGrpSpPr/>
          <p:nvPr/>
        </p:nvGrpSpPr>
        <p:grpSpPr>
          <a:xfrm>
            <a:off x="5973957" y="4855687"/>
            <a:ext cx="1083089" cy="257684"/>
            <a:chOff x="5939444" y="4855687"/>
            <a:chExt cx="1083089" cy="257684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8335EBD7-D4D2-B02E-1D75-FDC3C168256B}"/>
                </a:ext>
              </a:extLst>
            </p:cNvPr>
            <p:cNvSpPr/>
            <p:nvPr/>
          </p:nvSpPr>
          <p:spPr>
            <a:xfrm>
              <a:off x="5939444" y="4855687"/>
              <a:ext cx="298913" cy="257684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384AC7E9-E566-BBA1-8EF5-30C18DE76A80}"/>
                </a:ext>
              </a:extLst>
            </p:cNvPr>
            <p:cNvSpPr/>
            <p:nvPr/>
          </p:nvSpPr>
          <p:spPr>
            <a:xfrm>
              <a:off x="6331532" y="4855687"/>
              <a:ext cx="298913" cy="257684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45CBDDE0-BDE4-605A-D123-4B4027C6F47C}"/>
                </a:ext>
              </a:extLst>
            </p:cNvPr>
            <p:cNvSpPr/>
            <p:nvPr/>
          </p:nvSpPr>
          <p:spPr>
            <a:xfrm>
              <a:off x="6723620" y="4855687"/>
              <a:ext cx="298913" cy="257684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126DB9-8E58-8DF2-A8E8-2EA177183187}"/>
              </a:ext>
            </a:extLst>
          </p:cNvPr>
          <p:cNvSpPr/>
          <p:nvPr/>
        </p:nvSpPr>
        <p:spPr>
          <a:xfrm>
            <a:off x="7593676" y="4318462"/>
            <a:ext cx="2219499" cy="1334192"/>
          </a:xfrm>
          <a:custGeom>
            <a:avLst/>
            <a:gdLst>
              <a:gd name="connsiteX0" fmla="*/ 0 w 2219499"/>
              <a:gd name="connsiteY0" fmla="*/ 222370 h 1334192"/>
              <a:gd name="connsiteX1" fmla="*/ 222370 w 2219499"/>
              <a:gd name="connsiteY1" fmla="*/ 0 h 1334192"/>
              <a:gd name="connsiteX2" fmla="*/ 778461 w 2219499"/>
              <a:gd name="connsiteY2" fmla="*/ 0 h 1334192"/>
              <a:gd name="connsiteX3" fmla="*/ 1387795 w 2219499"/>
              <a:gd name="connsiteY3" fmla="*/ 0 h 1334192"/>
              <a:gd name="connsiteX4" fmla="*/ 1997129 w 2219499"/>
              <a:gd name="connsiteY4" fmla="*/ 0 h 1334192"/>
              <a:gd name="connsiteX5" fmla="*/ 2219499 w 2219499"/>
              <a:gd name="connsiteY5" fmla="*/ 222370 h 1334192"/>
              <a:gd name="connsiteX6" fmla="*/ 2219499 w 2219499"/>
              <a:gd name="connsiteY6" fmla="*/ 684885 h 1334192"/>
              <a:gd name="connsiteX7" fmla="*/ 2219499 w 2219499"/>
              <a:gd name="connsiteY7" fmla="*/ 1111822 h 1334192"/>
              <a:gd name="connsiteX8" fmla="*/ 1997129 w 2219499"/>
              <a:gd name="connsiteY8" fmla="*/ 1334192 h 1334192"/>
              <a:gd name="connsiteX9" fmla="*/ 1441038 w 2219499"/>
              <a:gd name="connsiteY9" fmla="*/ 1334192 h 1334192"/>
              <a:gd name="connsiteX10" fmla="*/ 849452 w 2219499"/>
              <a:gd name="connsiteY10" fmla="*/ 1334192 h 1334192"/>
              <a:gd name="connsiteX11" fmla="*/ 222370 w 2219499"/>
              <a:gd name="connsiteY11" fmla="*/ 1334192 h 1334192"/>
              <a:gd name="connsiteX12" fmla="*/ 0 w 2219499"/>
              <a:gd name="connsiteY12" fmla="*/ 1111822 h 1334192"/>
              <a:gd name="connsiteX13" fmla="*/ 0 w 2219499"/>
              <a:gd name="connsiteY13" fmla="*/ 667096 h 1334192"/>
              <a:gd name="connsiteX14" fmla="*/ 0 w 2219499"/>
              <a:gd name="connsiteY14" fmla="*/ 222370 h 1334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499" h="1334192" extrusionOk="0">
                <a:moveTo>
                  <a:pt x="0" y="222370"/>
                </a:moveTo>
                <a:cubicBezTo>
                  <a:pt x="-4529" y="106001"/>
                  <a:pt x="95873" y="-26038"/>
                  <a:pt x="222370" y="0"/>
                </a:cubicBezTo>
                <a:cubicBezTo>
                  <a:pt x="371332" y="-4035"/>
                  <a:pt x="585266" y="11502"/>
                  <a:pt x="778461" y="0"/>
                </a:cubicBezTo>
                <a:cubicBezTo>
                  <a:pt x="971656" y="-11502"/>
                  <a:pt x="1127348" y="38956"/>
                  <a:pt x="1387795" y="0"/>
                </a:cubicBezTo>
                <a:cubicBezTo>
                  <a:pt x="1648242" y="-38956"/>
                  <a:pt x="1773070" y="23862"/>
                  <a:pt x="1997129" y="0"/>
                </a:cubicBezTo>
                <a:cubicBezTo>
                  <a:pt x="2111667" y="-24774"/>
                  <a:pt x="2231513" y="101614"/>
                  <a:pt x="2219499" y="222370"/>
                </a:cubicBezTo>
                <a:cubicBezTo>
                  <a:pt x="2230536" y="363790"/>
                  <a:pt x="2194152" y="588559"/>
                  <a:pt x="2219499" y="684885"/>
                </a:cubicBezTo>
                <a:cubicBezTo>
                  <a:pt x="2244846" y="781212"/>
                  <a:pt x="2192352" y="998616"/>
                  <a:pt x="2219499" y="1111822"/>
                </a:cubicBezTo>
                <a:cubicBezTo>
                  <a:pt x="2243055" y="1252850"/>
                  <a:pt x="2098271" y="1325134"/>
                  <a:pt x="1997129" y="1334192"/>
                </a:cubicBezTo>
                <a:cubicBezTo>
                  <a:pt x="1814344" y="1376239"/>
                  <a:pt x="1673930" y="1314608"/>
                  <a:pt x="1441038" y="1334192"/>
                </a:cubicBezTo>
                <a:cubicBezTo>
                  <a:pt x="1208146" y="1353776"/>
                  <a:pt x="1094284" y="1266852"/>
                  <a:pt x="849452" y="1334192"/>
                </a:cubicBezTo>
                <a:cubicBezTo>
                  <a:pt x="604620" y="1401532"/>
                  <a:pt x="435913" y="1263331"/>
                  <a:pt x="222370" y="1334192"/>
                </a:cubicBezTo>
                <a:cubicBezTo>
                  <a:pt x="111750" y="1337714"/>
                  <a:pt x="29482" y="1215563"/>
                  <a:pt x="0" y="1111822"/>
                </a:cubicBezTo>
                <a:cubicBezTo>
                  <a:pt x="-43457" y="979006"/>
                  <a:pt x="22320" y="818561"/>
                  <a:pt x="0" y="667096"/>
                </a:cubicBezTo>
                <a:cubicBezTo>
                  <a:pt x="-22320" y="515631"/>
                  <a:pt x="29789" y="387526"/>
                  <a:pt x="0" y="222370"/>
                </a:cubicBezTo>
                <a:close/>
              </a:path>
            </a:pathLst>
          </a:custGeom>
          <a:noFill/>
          <a:ln w="28575">
            <a:solidFill>
              <a:srgbClr val="058859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30821751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D4CA4A-13A5-959B-6E4C-62FE07078420}"/>
              </a:ext>
            </a:extLst>
          </p:cNvPr>
          <p:cNvSpPr/>
          <p:nvPr/>
        </p:nvSpPr>
        <p:spPr>
          <a:xfrm>
            <a:off x="10205145" y="4657224"/>
            <a:ext cx="1372407" cy="654610"/>
          </a:xfrm>
          <a:custGeom>
            <a:avLst/>
            <a:gdLst>
              <a:gd name="connsiteX0" fmla="*/ 0 w 1372407"/>
              <a:gd name="connsiteY0" fmla="*/ 109104 h 654610"/>
              <a:gd name="connsiteX1" fmla="*/ 109104 w 1372407"/>
              <a:gd name="connsiteY1" fmla="*/ 0 h 654610"/>
              <a:gd name="connsiteX2" fmla="*/ 709287 w 1372407"/>
              <a:gd name="connsiteY2" fmla="*/ 0 h 654610"/>
              <a:gd name="connsiteX3" fmla="*/ 1263303 w 1372407"/>
              <a:gd name="connsiteY3" fmla="*/ 0 h 654610"/>
              <a:gd name="connsiteX4" fmla="*/ 1372407 w 1372407"/>
              <a:gd name="connsiteY4" fmla="*/ 109104 h 654610"/>
              <a:gd name="connsiteX5" fmla="*/ 1372407 w 1372407"/>
              <a:gd name="connsiteY5" fmla="*/ 545506 h 654610"/>
              <a:gd name="connsiteX6" fmla="*/ 1263303 w 1372407"/>
              <a:gd name="connsiteY6" fmla="*/ 654610 h 654610"/>
              <a:gd name="connsiteX7" fmla="*/ 709287 w 1372407"/>
              <a:gd name="connsiteY7" fmla="*/ 654610 h 654610"/>
              <a:gd name="connsiteX8" fmla="*/ 109104 w 1372407"/>
              <a:gd name="connsiteY8" fmla="*/ 654610 h 654610"/>
              <a:gd name="connsiteX9" fmla="*/ 0 w 1372407"/>
              <a:gd name="connsiteY9" fmla="*/ 545506 h 654610"/>
              <a:gd name="connsiteX10" fmla="*/ 0 w 1372407"/>
              <a:gd name="connsiteY10" fmla="*/ 109104 h 654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72407" h="654610" extrusionOk="0">
                <a:moveTo>
                  <a:pt x="0" y="109104"/>
                </a:moveTo>
                <a:cubicBezTo>
                  <a:pt x="-2722" y="43244"/>
                  <a:pt x="56849" y="-2902"/>
                  <a:pt x="109104" y="0"/>
                </a:cubicBezTo>
                <a:cubicBezTo>
                  <a:pt x="329720" y="9479"/>
                  <a:pt x="428147" y="684"/>
                  <a:pt x="709287" y="0"/>
                </a:cubicBezTo>
                <a:cubicBezTo>
                  <a:pt x="990427" y="-684"/>
                  <a:pt x="1002898" y="15156"/>
                  <a:pt x="1263303" y="0"/>
                </a:cubicBezTo>
                <a:cubicBezTo>
                  <a:pt x="1323075" y="-2373"/>
                  <a:pt x="1372173" y="39986"/>
                  <a:pt x="1372407" y="109104"/>
                </a:cubicBezTo>
                <a:cubicBezTo>
                  <a:pt x="1370928" y="287545"/>
                  <a:pt x="1354508" y="456986"/>
                  <a:pt x="1372407" y="545506"/>
                </a:cubicBezTo>
                <a:cubicBezTo>
                  <a:pt x="1374853" y="607369"/>
                  <a:pt x="1326400" y="657092"/>
                  <a:pt x="1263303" y="654610"/>
                </a:cubicBezTo>
                <a:cubicBezTo>
                  <a:pt x="1055378" y="640795"/>
                  <a:pt x="983978" y="655425"/>
                  <a:pt x="709287" y="654610"/>
                </a:cubicBezTo>
                <a:cubicBezTo>
                  <a:pt x="434596" y="653795"/>
                  <a:pt x="277790" y="678695"/>
                  <a:pt x="109104" y="654610"/>
                </a:cubicBezTo>
                <a:cubicBezTo>
                  <a:pt x="46897" y="650005"/>
                  <a:pt x="-3921" y="599729"/>
                  <a:pt x="0" y="545506"/>
                </a:cubicBezTo>
                <a:cubicBezTo>
                  <a:pt x="3170" y="393677"/>
                  <a:pt x="1870" y="300682"/>
                  <a:pt x="0" y="109104"/>
                </a:cubicBezTo>
                <a:close/>
              </a:path>
            </a:pathLst>
          </a:custGeom>
          <a:noFill/>
          <a:ln w="28575">
            <a:solidFill>
              <a:srgbClr val="058859"/>
            </a:solidFill>
            <a:extLst>
              <a:ext uri="{C807C97D-BFC1-408E-A445-0C87EB9F89A2}">
                <ask:lineSketchStyleProps xmlns:ask="http://schemas.microsoft.com/office/drawing/2018/sketchyshapes" sd="2896451409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D6FE67-51E0-1D27-5B27-9438157F589B}"/>
              </a:ext>
            </a:extLst>
          </p:cNvPr>
          <p:cNvSpPr/>
          <p:nvPr/>
        </p:nvSpPr>
        <p:spPr>
          <a:xfrm>
            <a:off x="10348941" y="4855687"/>
            <a:ext cx="262255" cy="26225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1A47B2-5C3C-D30C-2585-086CAED7A3B3}"/>
              </a:ext>
            </a:extLst>
          </p:cNvPr>
          <p:cNvSpPr/>
          <p:nvPr/>
        </p:nvSpPr>
        <p:spPr>
          <a:xfrm>
            <a:off x="10760220" y="4851116"/>
            <a:ext cx="262255" cy="26225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520C54-C875-10CE-2FD5-6A24FDB20D2F}"/>
              </a:ext>
            </a:extLst>
          </p:cNvPr>
          <p:cNvSpPr/>
          <p:nvPr/>
        </p:nvSpPr>
        <p:spPr>
          <a:xfrm>
            <a:off x="11166271" y="4851116"/>
            <a:ext cx="262255" cy="26225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4F3174-4340-EE54-6921-167A11FCCEB5}"/>
              </a:ext>
            </a:extLst>
          </p:cNvPr>
          <p:cNvSpPr txBox="1"/>
          <p:nvPr/>
        </p:nvSpPr>
        <p:spPr>
          <a:xfrm>
            <a:off x="7957067" y="4797577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Transformer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EC4C16B-0F58-5F04-B3EA-95C63CB78608}"/>
              </a:ext>
            </a:extLst>
          </p:cNvPr>
          <p:cNvSpPr/>
          <p:nvPr/>
        </p:nvSpPr>
        <p:spPr>
          <a:xfrm>
            <a:off x="7306674" y="4867425"/>
            <a:ext cx="212490" cy="229635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0B7CFDD-8939-A3A2-7E67-F3C20E2AE443}"/>
              </a:ext>
            </a:extLst>
          </p:cNvPr>
          <p:cNvSpPr/>
          <p:nvPr/>
        </p:nvSpPr>
        <p:spPr>
          <a:xfrm>
            <a:off x="9918143" y="4867424"/>
            <a:ext cx="212490" cy="229635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6DD0E4-1485-C0A5-2F1B-E7F18DA8FD05}"/>
              </a:ext>
            </a:extLst>
          </p:cNvPr>
          <p:cNvSpPr txBox="1"/>
          <p:nvPr/>
        </p:nvSpPr>
        <p:spPr>
          <a:xfrm>
            <a:off x="6162680" y="532563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3DC90C-C12D-E5FD-EA53-41E9EA41AEEC}"/>
              </a:ext>
            </a:extLst>
          </p:cNvPr>
          <p:cNvSpPr txBox="1"/>
          <p:nvPr/>
        </p:nvSpPr>
        <p:spPr>
          <a:xfrm>
            <a:off x="10452765" y="532563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655E84-ACA0-F718-144B-6A4E5BF6E4FC}"/>
              </a:ext>
            </a:extLst>
          </p:cNvPr>
          <p:cNvSpPr txBox="1"/>
          <p:nvPr/>
        </p:nvSpPr>
        <p:spPr>
          <a:xfrm>
            <a:off x="5640185" y="3188213"/>
            <a:ext cx="273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Attention Is All You Need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7B81BD-82D7-FF79-CA45-689F9BFCB1C8}"/>
              </a:ext>
            </a:extLst>
          </p:cNvPr>
          <p:cNvSpPr txBox="1"/>
          <p:nvPr/>
        </p:nvSpPr>
        <p:spPr>
          <a:xfrm>
            <a:off x="6471884" y="6020315"/>
            <a:ext cx="446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BERT, LaMDA, GPT, Gemini, Sonnet, Opus,</a:t>
            </a:r>
          </a:p>
          <a:p>
            <a:r>
              <a:rPr lang="en-US" dirty="0"/>
              <a:t>DeepSeek, Mistral, Llama, …</a:t>
            </a:r>
          </a:p>
        </p:txBody>
      </p:sp>
    </p:spTree>
    <p:extLst>
      <p:ext uri="{BB962C8B-B14F-4D97-AF65-F5344CB8AC3E}">
        <p14:creationId xmlns:p14="http://schemas.microsoft.com/office/powerpoint/2010/main" val="186531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E4E8-35CF-8A9A-7AC0-87EC61120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AD6D-ACB0-6151-DE5F-3B2B495B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2" y="169776"/>
            <a:ext cx="3272250" cy="516024"/>
          </a:xfrm>
        </p:spPr>
        <p:txBody>
          <a:bodyPr/>
          <a:lstStyle/>
          <a:p>
            <a:r>
              <a:rPr lang="en-US" dirty="0"/>
              <a:t>A Bit About LLM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907F46E-6CF0-04F9-525F-8E60CDBD5258}"/>
              </a:ext>
            </a:extLst>
          </p:cNvPr>
          <p:cNvGrpSpPr/>
          <p:nvPr/>
        </p:nvGrpSpPr>
        <p:grpSpPr>
          <a:xfrm>
            <a:off x="3221873" y="914404"/>
            <a:ext cx="5748253" cy="1376501"/>
            <a:chOff x="3081942" y="822960"/>
            <a:chExt cx="5748253" cy="13765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9DF6B46-C42D-5EF6-4DA4-5A9B38CF3E1C}"/>
                </a:ext>
              </a:extLst>
            </p:cNvPr>
            <p:cNvSpPr/>
            <p:nvPr/>
          </p:nvSpPr>
          <p:spPr>
            <a:xfrm>
              <a:off x="3081942" y="1161722"/>
              <a:ext cx="1372407" cy="654610"/>
            </a:xfrm>
            <a:custGeom>
              <a:avLst/>
              <a:gdLst>
                <a:gd name="connsiteX0" fmla="*/ 0 w 1372407"/>
                <a:gd name="connsiteY0" fmla="*/ 109104 h 654610"/>
                <a:gd name="connsiteX1" fmla="*/ 109104 w 1372407"/>
                <a:gd name="connsiteY1" fmla="*/ 0 h 654610"/>
                <a:gd name="connsiteX2" fmla="*/ 686204 w 1372407"/>
                <a:gd name="connsiteY2" fmla="*/ 0 h 654610"/>
                <a:gd name="connsiteX3" fmla="*/ 1263303 w 1372407"/>
                <a:gd name="connsiteY3" fmla="*/ 0 h 654610"/>
                <a:gd name="connsiteX4" fmla="*/ 1372407 w 1372407"/>
                <a:gd name="connsiteY4" fmla="*/ 109104 h 654610"/>
                <a:gd name="connsiteX5" fmla="*/ 1372407 w 1372407"/>
                <a:gd name="connsiteY5" fmla="*/ 545506 h 654610"/>
                <a:gd name="connsiteX6" fmla="*/ 1263303 w 1372407"/>
                <a:gd name="connsiteY6" fmla="*/ 654610 h 654610"/>
                <a:gd name="connsiteX7" fmla="*/ 697745 w 1372407"/>
                <a:gd name="connsiteY7" fmla="*/ 654610 h 654610"/>
                <a:gd name="connsiteX8" fmla="*/ 109104 w 1372407"/>
                <a:gd name="connsiteY8" fmla="*/ 654610 h 654610"/>
                <a:gd name="connsiteX9" fmla="*/ 0 w 1372407"/>
                <a:gd name="connsiteY9" fmla="*/ 545506 h 654610"/>
                <a:gd name="connsiteX10" fmla="*/ 0 w 1372407"/>
                <a:gd name="connsiteY10" fmla="*/ 109104 h 65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2407" h="654610" extrusionOk="0">
                  <a:moveTo>
                    <a:pt x="0" y="109104"/>
                  </a:moveTo>
                  <a:cubicBezTo>
                    <a:pt x="2629" y="43558"/>
                    <a:pt x="50093" y="-4099"/>
                    <a:pt x="109104" y="0"/>
                  </a:cubicBezTo>
                  <a:cubicBezTo>
                    <a:pt x="295197" y="4782"/>
                    <a:pt x="449318" y="16166"/>
                    <a:pt x="686204" y="0"/>
                  </a:cubicBezTo>
                  <a:cubicBezTo>
                    <a:pt x="923090" y="-16166"/>
                    <a:pt x="1011649" y="-13474"/>
                    <a:pt x="1263303" y="0"/>
                  </a:cubicBezTo>
                  <a:cubicBezTo>
                    <a:pt x="1333307" y="-8814"/>
                    <a:pt x="1375883" y="43300"/>
                    <a:pt x="1372407" y="109104"/>
                  </a:cubicBezTo>
                  <a:cubicBezTo>
                    <a:pt x="1373388" y="211177"/>
                    <a:pt x="1386512" y="346117"/>
                    <a:pt x="1372407" y="545506"/>
                  </a:cubicBezTo>
                  <a:cubicBezTo>
                    <a:pt x="1377100" y="609270"/>
                    <a:pt x="1326457" y="651680"/>
                    <a:pt x="1263303" y="654610"/>
                  </a:cubicBezTo>
                  <a:cubicBezTo>
                    <a:pt x="1135707" y="635058"/>
                    <a:pt x="833155" y="674960"/>
                    <a:pt x="697745" y="654610"/>
                  </a:cubicBezTo>
                  <a:cubicBezTo>
                    <a:pt x="562335" y="634260"/>
                    <a:pt x="270302" y="630466"/>
                    <a:pt x="109104" y="654610"/>
                  </a:cubicBezTo>
                  <a:cubicBezTo>
                    <a:pt x="59796" y="662258"/>
                    <a:pt x="-2268" y="591759"/>
                    <a:pt x="0" y="545506"/>
                  </a:cubicBezTo>
                  <a:cubicBezTo>
                    <a:pt x="18828" y="457984"/>
                    <a:pt x="14693" y="209417"/>
                    <a:pt x="0" y="109104"/>
                  </a:cubicBezTo>
                  <a:close/>
                </a:path>
              </a:pathLst>
            </a:custGeom>
            <a:noFill/>
            <a:ln w="28575">
              <a:solidFill>
                <a:srgbClr val="058859"/>
              </a:solidFill>
              <a:extLst>
                <a:ext uri="{C807C97D-BFC1-408E-A445-0C87EB9F89A2}">
                  <ask:lineSketchStyleProps xmlns:ask="http://schemas.microsoft.com/office/drawing/2018/sketchyshapes" sd="3538221932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99D6C73-E654-59E5-3A48-D9C0A3F77FB4}"/>
                </a:ext>
              </a:extLst>
            </p:cNvPr>
            <p:cNvGrpSpPr/>
            <p:nvPr/>
          </p:nvGrpSpPr>
          <p:grpSpPr>
            <a:xfrm>
              <a:off x="3226600" y="1360185"/>
              <a:ext cx="1083089" cy="257684"/>
              <a:chOff x="5939444" y="4855687"/>
              <a:chExt cx="1083089" cy="257684"/>
            </a:xfrm>
          </p:grpSpPr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6AC5A3AE-F63F-3400-CE3B-73FFD2565AFA}"/>
                  </a:ext>
                </a:extLst>
              </p:cNvPr>
              <p:cNvSpPr/>
              <p:nvPr/>
            </p:nvSpPr>
            <p:spPr>
              <a:xfrm>
                <a:off x="5939444" y="4855687"/>
                <a:ext cx="298913" cy="257684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8EDF59E0-67F4-2AF6-B992-F608ABDEC2FA}"/>
                  </a:ext>
                </a:extLst>
              </p:cNvPr>
              <p:cNvSpPr/>
              <p:nvPr/>
            </p:nvSpPr>
            <p:spPr>
              <a:xfrm>
                <a:off x="6331532" y="4855687"/>
                <a:ext cx="298913" cy="257684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846A48D1-262F-EF3E-6AD8-7867B1092ACD}"/>
                  </a:ext>
                </a:extLst>
              </p:cNvPr>
              <p:cNvSpPr/>
              <p:nvPr/>
            </p:nvSpPr>
            <p:spPr>
              <a:xfrm>
                <a:off x="6723620" y="4855687"/>
                <a:ext cx="298913" cy="257684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70E79D1-3A99-E4F0-873B-2A96C47FEFA7}"/>
                </a:ext>
              </a:extLst>
            </p:cNvPr>
            <p:cNvSpPr/>
            <p:nvPr/>
          </p:nvSpPr>
          <p:spPr>
            <a:xfrm>
              <a:off x="4846319" y="822960"/>
              <a:ext cx="2219499" cy="1334192"/>
            </a:xfrm>
            <a:custGeom>
              <a:avLst/>
              <a:gdLst>
                <a:gd name="connsiteX0" fmla="*/ 0 w 2219499"/>
                <a:gd name="connsiteY0" fmla="*/ 222370 h 1334192"/>
                <a:gd name="connsiteX1" fmla="*/ 222370 w 2219499"/>
                <a:gd name="connsiteY1" fmla="*/ 0 h 1334192"/>
                <a:gd name="connsiteX2" fmla="*/ 778461 w 2219499"/>
                <a:gd name="connsiteY2" fmla="*/ 0 h 1334192"/>
                <a:gd name="connsiteX3" fmla="*/ 1387795 w 2219499"/>
                <a:gd name="connsiteY3" fmla="*/ 0 h 1334192"/>
                <a:gd name="connsiteX4" fmla="*/ 1997129 w 2219499"/>
                <a:gd name="connsiteY4" fmla="*/ 0 h 1334192"/>
                <a:gd name="connsiteX5" fmla="*/ 2219499 w 2219499"/>
                <a:gd name="connsiteY5" fmla="*/ 222370 h 1334192"/>
                <a:gd name="connsiteX6" fmla="*/ 2219499 w 2219499"/>
                <a:gd name="connsiteY6" fmla="*/ 684885 h 1334192"/>
                <a:gd name="connsiteX7" fmla="*/ 2219499 w 2219499"/>
                <a:gd name="connsiteY7" fmla="*/ 1111822 h 1334192"/>
                <a:gd name="connsiteX8" fmla="*/ 1997129 w 2219499"/>
                <a:gd name="connsiteY8" fmla="*/ 1334192 h 1334192"/>
                <a:gd name="connsiteX9" fmla="*/ 1441038 w 2219499"/>
                <a:gd name="connsiteY9" fmla="*/ 1334192 h 1334192"/>
                <a:gd name="connsiteX10" fmla="*/ 849452 w 2219499"/>
                <a:gd name="connsiteY10" fmla="*/ 1334192 h 1334192"/>
                <a:gd name="connsiteX11" fmla="*/ 222370 w 2219499"/>
                <a:gd name="connsiteY11" fmla="*/ 1334192 h 1334192"/>
                <a:gd name="connsiteX12" fmla="*/ 0 w 2219499"/>
                <a:gd name="connsiteY12" fmla="*/ 1111822 h 1334192"/>
                <a:gd name="connsiteX13" fmla="*/ 0 w 2219499"/>
                <a:gd name="connsiteY13" fmla="*/ 667096 h 1334192"/>
                <a:gd name="connsiteX14" fmla="*/ 0 w 2219499"/>
                <a:gd name="connsiteY14" fmla="*/ 222370 h 1334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19499" h="1334192" extrusionOk="0">
                  <a:moveTo>
                    <a:pt x="0" y="222370"/>
                  </a:moveTo>
                  <a:cubicBezTo>
                    <a:pt x="-4529" y="106001"/>
                    <a:pt x="95873" y="-26038"/>
                    <a:pt x="222370" y="0"/>
                  </a:cubicBezTo>
                  <a:cubicBezTo>
                    <a:pt x="371332" y="-4035"/>
                    <a:pt x="585266" y="11502"/>
                    <a:pt x="778461" y="0"/>
                  </a:cubicBezTo>
                  <a:cubicBezTo>
                    <a:pt x="971656" y="-11502"/>
                    <a:pt x="1127348" y="38956"/>
                    <a:pt x="1387795" y="0"/>
                  </a:cubicBezTo>
                  <a:cubicBezTo>
                    <a:pt x="1648242" y="-38956"/>
                    <a:pt x="1773070" y="23862"/>
                    <a:pt x="1997129" y="0"/>
                  </a:cubicBezTo>
                  <a:cubicBezTo>
                    <a:pt x="2111667" y="-24774"/>
                    <a:pt x="2231513" y="101614"/>
                    <a:pt x="2219499" y="222370"/>
                  </a:cubicBezTo>
                  <a:cubicBezTo>
                    <a:pt x="2230536" y="363790"/>
                    <a:pt x="2194152" y="588559"/>
                    <a:pt x="2219499" y="684885"/>
                  </a:cubicBezTo>
                  <a:cubicBezTo>
                    <a:pt x="2244846" y="781212"/>
                    <a:pt x="2192352" y="998616"/>
                    <a:pt x="2219499" y="1111822"/>
                  </a:cubicBezTo>
                  <a:cubicBezTo>
                    <a:pt x="2243055" y="1252850"/>
                    <a:pt x="2098271" y="1325134"/>
                    <a:pt x="1997129" y="1334192"/>
                  </a:cubicBezTo>
                  <a:cubicBezTo>
                    <a:pt x="1814344" y="1376239"/>
                    <a:pt x="1673930" y="1314608"/>
                    <a:pt x="1441038" y="1334192"/>
                  </a:cubicBezTo>
                  <a:cubicBezTo>
                    <a:pt x="1208146" y="1353776"/>
                    <a:pt x="1094284" y="1266852"/>
                    <a:pt x="849452" y="1334192"/>
                  </a:cubicBezTo>
                  <a:cubicBezTo>
                    <a:pt x="604620" y="1401532"/>
                    <a:pt x="435913" y="1263331"/>
                    <a:pt x="222370" y="1334192"/>
                  </a:cubicBezTo>
                  <a:cubicBezTo>
                    <a:pt x="111750" y="1337714"/>
                    <a:pt x="29482" y="1215563"/>
                    <a:pt x="0" y="1111822"/>
                  </a:cubicBezTo>
                  <a:cubicBezTo>
                    <a:pt x="-43457" y="979006"/>
                    <a:pt x="22320" y="818561"/>
                    <a:pt x="0" y="667096"/>
                  </a:cubicBezTo>
                  <a:cubicBezTo>
                    <a:pt x="-22320" y="515631"/>
                    <a:pt x="29789" y="387526"/>
                    <a:pt x="0" y="222370"/>
                  </a:cubicBezTo>
                  <a:close/>
                </a:path>
              </a:pathLst>
            </a:custGeom>
            <a:noFill/>
            <a:ln w="28575">
              <a:solidFill>
                <a:srgbClr val="058859"/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1308217519">
                    <a:prstGeom prst="round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03F92EA8-B965-41F4-623D-A97B22698091}"/>
                </a:ext>
              </a:extLst>
            </p:cNvPr>
            <p:cNvSpPr/>
            <p:nvPr/>
          </p:nvSpPr>
          <p:spPr>
            <a:xfrm>
              <a:off x="7457788" y="1161722"/>
              <a:ext cx="1372407" cy="654610"/>
            </a:xfrm>
            <a:custGeom>
              <a:avLst/>
              <a:gdLst>
                <a:gd name="connsiteX0" fmla="*/ 0 w 1372407"/>
                <a:gd name="connsiteY0" fmla="*/ 109104 h 654610"/>
                <a:gd name="connsiteX1" fmla="*/ 109104 w 1372407"/>
                <a:gd name="connsiteY1" fmla="*/ 0 h 654610"/>
                <a:gd name="connsiteX2" fmla="*/ 709287 w 1372407"/>
                <a:gd name="connsiteY2" fmla="*/ 0 h 654610"/>
                <a:gd name="connsiteX3" fmla="*/ 1263303 w 1372407"/>
                <a:gd name="connsiteY3" fmla="*/ 0 h 654610"/>
                <a:gd name="connsiteX4" fmla="*/ 1372407 w 1372407"/>
                <a:gd name="connsiteY4" fmla="*/ 109104 h 654610"/>
                <a:gd name="connsiteX5" fmla="*/ 1372407 w 1372407"/>
                <a:gd name="connsiteY5" fmla="*/ 545506 h 654610"/>
                <a:gd name="connsiteX6" fmla="*/ 1263303 w 1372407"/>
                <a:gd name="connsiteY6" fmla="*/ 654610 h 654610"/>
                <a:gd name="connsiteX7" fmla="*/ 709287 w 1372407"/>
                <a:gd name="connsiteY7" fmla="*/ 654610 h 654610"/>
                <a:gd name="connsiteX8" fmla="*/ 109104 w 1372407"/>
                <a:gd name="connsiteY8" fmla="*/ 654610 h 654610"/>
                <a:gd name="connsiteX9" fmla="*/ 0 w 1372407"/>
                <a:gd name="connsiteY9" fmla="*/ 545506 h 654610"/>
                <a:gd name="connsiteX10" fmla="*/ 0 w 1372407"/>
                <a:gd name="connsiteY10" fmla="*/ 109104 h 65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72407" h="654610" extrusionOk="0">
                  <a:moveTo>
                    <a:pt x="0" y="109104"/>
                  </a:moveTo>
                  <a:cubicBezTo>
                    <a:pt x="-2722" y="43244"/>
                    <a:pt x="56849" y="-2902"/>
                    <a:pt x="109104" y="0"/>
                  </a:cubicBezTo>
                  <a:cubicBezTo>
                    <a:pt x="329720" y="9479"/>
                    <a:pt x="428147" y="684"/>
                    <a:pt x="709287" y="0"/>
                  </a:cubicBezTo>
                  <a:cubicBezTo>
                    <a:pt x="990427" y="-684"/>
                    <a:pt x="1002898" y="15156"/>
                    <a:pt x="1263303" y="0"/>
                  </a:cubicBezTo>
                  <a:cubicBezTo>
                    <a:pt x="1323075" y="-2373"/>
                    <a:pt x="1372173" y="39986"/>
                    <a:pt x="1372407" y="109104"/>
                  </a:cubicBezTo>
                  <a:cubicBezTo>
                    <a:pt x="1370928" y="287545"/>
                    <a:pt x="1354508" y="456986"/>
                    <a:pt x="1372407" y="545506"/>
                  </a:cubicBezTo>
                  <a:cubicBezTo>
                    <a:pt x="1374853" y="607369"/>
                    <a:pt x="1326400" y="657092"/>
                    <a:pt x="1263303" y="654610"/>
                  </a:cubicBezTo>
                  <a:cubicBezTo>
                    <a:pt x="1055378" y="640795"/>
                    <a:pt x="983978" y="655425"/>
                    <a:pt x="709287" y="654610"/>
                  </a:cubicBezTo>
                  <a:cubicBezTo>
                    <a:pt x="434596" y="653795"/>
                    <a:pt x="277790" y="678695"/>
                    <a:pt x="109104" y="654610"/>
                  </a:cubicBezTo>
                  <a:cubicBezTo>
                    <a:pt x="46897" y="650005"/>
                    <a:pt x="-3921" y="599729"/>
                    <a:pt x="0" y="545506"/>
                  </a:cubicBezTo>
                  <a:cubicBezTo>
                    <a:pt x="3170" y="393677"/>
                    <a:pt x="1870" y="300682"/>
                    <a:pt x="0" y="109104"/>
                  </a:cubicBezTo>
                  <a:close/>
                </a:path>
              </a:pathLst>
            </a:custGeom>
            <a:noFill/>
            <a:ln w="28575">
              <a:solidFill>
                <a:srgbClr val="058859"/>
              </a:solidFill>
              <a:extLst>
                <a:ext uri="{C807C97D-BFC1-408E-A445-0C87EB9F89A2}">
                  <ask:lineSketchStyleProps xmlns:ask="http://schemas.microsoft.com/office/drawing/2018/sketchyshapes" sd="2896451409">
                    <a:prstGeom prst="round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ED1BF0-06D5-8FF8-27FE-9482CAF8FCC7}"/>
                </a:ext>
              </a:extLst>
            </p:cNvPr>
            <p:cNvSpPr/>
            <p:nvPr/>
          </p:nvSpPr>
          <p:spPr>
            <a:xfrm>
              <a:off x="7601584" y="1360185"/>
              <a:ext cx="262255" cy="26225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2ABC6B5-A1F9-E5C3-4FDA-F69CB76B0655}"/>
                </a:ext>
              </a:extLst>
            </p:cNvPr>
            <p:cNvSpPr/>
            <p:nvPr/>
          </p:nvSpPr>
          <p:spPr>
            <a:xfrm>
              <a:off x="8012863" y="1355614"/>
              <a:ext cx="262255" cy="26225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FFFE930-17D8-8C98-D17C-031789AD3D29}"/>
                </a:ext>
              </a:extLst>
            </p:cNvPr>
            <p:cNvSpPr/>
            <p:nvPr/>
          </p:nvSpPr>
          <p:spPr>
            <a:xfrm>
              <a:off x="8418914" y="1355614"/>
              <a:ext cx="262255" cy="26225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EF71EA4-79E0-B8CF-7B93-362A16446ACC}"/>
                </a:ext>
              </a:extLst>
            </p:cNvPr>
            <p:cNvSpPr txBox="1"/>
            <p:nvPr/>
          </p:nvSpPr>
          <p:spPr>
            <a:xfrm>
              <a:off x="5209710" y="1302075"/>
              <a:ext cx="149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Transformer</a:t>
              </a:r>
            </a:p>
          </p:txBody>
        </p:sp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75245616-7EB9-6855-95BF-1051159854DA}"/>
                </a:ext>
              </a:extLst>
            </p:cNvPr>
            <p:cNvSpPr/>
            <p:nvPr/>
          </p:nvSpPr>
          <p:spPr>
            <a:xfrm>
              <a:off x="4559317" y="1371923"/>
              <a:ext cx="212490" cy="229635"/>
            </a:xfrm>
            <a:prstGeom prst="right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55160728-8A87-4199-3AD1-388FAFFC89F4}"/>
                </a:ext>
              </a:extLst>
            </p:cNvPr>
            <p:cNvSpPr/>
            <p:nvPr/>
          </p:nvSpPr>
          <p:spPr>
            <a:xfrm>
              <a:off x="7170786" y="1371922"/>
              <a:ext cx="212490" cy="229635"/>
            </a:xfrm>
            <a:prstGeom prst="right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67668C3-5111-E0BD-633B-C68EA142C5B0}"/>
                </a:ext>
              </a:extLst>
            </p:cNvPr>
            <p:cNvSpPr txBox="1"/>
            <p:nvPr/>
          </p:nvSpPr>
          <p:spPr>
            <a:xfrm>
              <a:off x="3415323" y="1830129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93E27B5-2A34-24C2-8474-43107D7BE940}"/>
                </a:ext>
              </a:extLst>
            </p:cNvPr>
            <p:cNvSpPr txBox="1"/>
            <p:nvPr/>
          </p:nvSpPr>
          <p:spPr>
            <a:xfrm>
              <a:off x="7705408" y="1830129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Output</a:t>
              </a: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0EF628-C868-3ED0-602B-41F593DA1899}"/>
              </a:ext>
            </a:extLst>
          </p:cNvPr>
          <p:cNvSpPr/>
          <p:nvPr/>
        </p:nvSpPr>
        <p:spPr>
          <a:xfrm>
            <a:off x="3587041" y="2727712"/>
            <a:ext cx="5017915" cy="1287340"/>
          </a:xfrm>
          <a:custGeom>
            <a:avLst/>
            <a:gdLst>
              <a:gd name="connsiteX0" fmla="*/ 0 w 5017915"/>
              <a:gd name="connsiteY0" fmla="*/ 214561 h 1287340"/>
              <a:gd name="connsiteX1" fmla="*/ 214561 w 5017915"/>
              <a:gd name="connsiteY1" fmla="*/ 0 h 1287340"/>
              <a:gd name="connsiteX2" fmla="*/ 696384 w 5017915"/>
              <a:gd name="connsiteY2" fmla="*/ 0 h 1287340"/>
              <a:gd name="connsiteX3" fmla="*/ 1315871 w 5017915"/>
              <a:gd name="connsiteY3" fmla="*/ 0 h 1287340"/>
              <a:gd name="connsiteX4" fmla="*/ 1751807 w 5017915"/>
              <a:gd name="connsiteY4" fmla="*/ 0 h 1287340"/>
              <a:gd name="connsiteX5" fmla="*/ 2279518 w 5017915"/>
              <a:gd name="connsiteY5" fmla="*/ 0 h 1287340"/>
              <a:gd name="connsiteX6" fmla="*/ 2761341 w 5017915"/>
              <a:gd name="connsiteY6" fmla="*/ 0 h 1287340"/>
              <a:gd name="connsiteX7" fmla="*/ 3289052 w 5017915"/>
              <a:gd name="connsiteY7" fmla="*/ 0 h 1287340"/>
              <a:gd name="connsiteX8" fmla="*/ 3770876 w 5017915"/>
              <a:gd name="connsiteY8" fmla="*/ 0 h 1287340"/>
              <a:gd name="connsiteX9" fmla="*/ 4803354 w 5017915"/>
              <a:gd name="connsiteY9" fmla="*/ 0 h 1287340"/>
              <a:gd name="connsiteX10" fmla="*/ 5017915 w 5017915"/>
              <a:gd name="connsiteY10" fmla="*/ 214561 h 1287340"/>
              <a:gd name="connsiteX11" fmla="*/ 5017915 w 5017915"/>
              <a:gd name="connsiteY11" fmla="*/ 635088 h 1287340"/>
              <a:gd name="connsiteX12" fmla="*/ 5017915 w 5017915"/>
              <a:gd name="connsiteY12" fmla="*/ 1072779 h 1287340"/>
              <a:gd name="connsiteX13" fmla="*/ 4803354 w 5017915"/>
              <a:gd name="connsiteY13" fmla="*/ 1287340 h 1287340"/>
              <a:gd name="connsiteX14" fmla="*/ 4229755 w 5017915"/>
              <a:gd name="connsiteY14" fmla="*/ 1287340 h 1287340"/>
              <a:gd name="connsiteX15" fmla="*/ 3564380 w 5017915"/>
              <a:gd name="connsiteY15" fmla="*/ 1287340 h 1287340"/>
              <a:gd name="connsiteX16" fmla="*/ 2990781 w 5017915"/>
              <a:gd name="connsiteY16" fmla="*/ 1287340 h 1287340"/>
              <a:gd name="connsiteX17" fmla="*/ 2371294 w 5017915"/>
              <a:gd name="connsiteY17" fmla="*/ 1287340 h 1287340"/>
              <a:gd name="connsiteX18" fmla="*/ 1935358 w 5017915"/>
              <a:gd name="connsiteY18" fmla="*/ 1287340 h 1287340"/>
              <a:gd name="connsiteX19" fmla="*/ 1315871 w 5017915"/>
              <a:gd name="connsiteY19" fmla="*/ 1287340 h 1287340"/>
              <a:gd name="connsiteX20" fmla="*/ 879936 w 5017915"/>
              <a:gd name="connsiteY20" fmla="*/ 1287340 h 1287340"/>
              <a:gd name="connsiteX21" fmla="*/ 214561 w 5017915"/>
              <a:gd name="connsiteY21" fmla="*/ 1287340 h 1287340"/>
              <a:gd name="connsiteX22" fmla="*/ 0 w 5017915"/>
              <a:gd name="connsiteY22" fmla="*/ 1072779 h 1287340"/>
              <a:gd name="connsiteX23" fmla="*/ 0 w 5017915"/>
              <a:gd name="connsiteY23" fmla="*/ 643670 h 1287340"/>
              <a:gd name="connsiteX24" fmla="*/ 0 w 5017915"/>
              <a:gd name="connsiteY24" fmla="*/ 214561 h 1287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017915" h="1287340" extrusionOk="0">
                <a:moveTo>
                  <a:pt x="0" y="214561"/>
                </a:moveTo>
                <a:cubicBezTo>
                  <a:pt x="-18795" y="122799"/>
                  <a:pt x="93922" y="-15122"/>
                  <a:pt x="214561" y="0"/>
                </a:cubicBezTo>
                <a:cubicBezTo>
                  <a:pt x="446618" y="-21016"/>
                  <a:pt x="538452" y="564"/>
                  <a:pt x="696384" y="0"/>
                </a:cubicBezTo>
                <a:cubicBezTo>
                  <a:pt x="854316" y="-564"/>
                  <a:pt x="1008052" y="60566"/>
                  <a:pt x="1315871" y="0"/>
                </a:cubicBezTo>
                <a:cubicBezTo>
                  <a:pt x="1623690" y="-60566"/>
                  <a:pt x="1639140" y="30787"/>
                  <a:pt x="1751807" y="0"/>
                </a:cubicBezTo>
                <a:cubicBezTo>
                  <a:pt x="1864474" y="-30787"/>
                  <a:pt x="2072131" y="52668"/>
                  <a:pt x="2279518" y="0"/>
                </a:cubicBezTo>
                <a:cubicBezTo>
                  <a:pt x="2486905" y="-52668"/>
                  <a:pt x="2660265" y="42795"/>
                  <a:pt x="2761341" y="0"/>
                </a:cubicBezTo>
                <a:cubicBezTo>
                  <a:pt x="2862417" y="-42795"/>
                  <a:pt x="3116450" y="30986"/>
                  <a:pt x="3289052" y="0"/>
                </a:cubicBezTo>
                <a:cubicBezTo>
                  <a:pt x="3461654" y="-30986"/>
                  <a:pt x="3602468" y="16977"/>
                  <a:pt x="3770876" y="0"/>
                </a:cubicBezTo>
                <a:cubicBezTo>
                  <a:pt x="3939284" y="-16977"/>
                  <a:pt x="4538625" y="104884"/>
                  <a:pt x="4803354" y="0"/>
                </a:cubicBezTo>
                <a:cubicBezTo>
                  <a:pt x="4940150" y="-14528"/>
                  <a:pt x="5018884" y="92185"/>
                  <a:pt x="5017915" y="214561"/>
                </a:cubicBezTo>
                <a:cubicBezTo>
                  <a:pt x="5063859" y="314613"/>
                  <a:pt x="4976388" y="547678"/>
                  <a:pt x="5017915" y="635088"/>
                </a:cubicBezTo>
                <a:cubicBezTo>
                  <a:pt x="5059442" y="722498"/>
                  <a:pt x="5005997" y="926981"/>
                  <a:pt x="5017915" y="1072779"/>
                </a:cubicBezTo>
                <a:cubicBezTo>
                  <a:pt x="5031670" y="1195252"/>
                  <a:pt x="4941325" y="1274744"/>
                  <a:pt x="4803354" y="1287340"/>
                </a:cubicBezTo>
                <a:cubicBezTo>
                  <a:pt x="4686002" y="1333053"/>
                  <a:pt x="4471608" y="1265357"/>
                  <a:pt x="4229755" y="1287340"/>
                </a:cubicBezTo>
                <a:cubicBezTo>
                  <a:pt x="3987902" y="1309323"/>
                  <a:pt x="3743203" y="1253412"/>
                  <a:pt x="3564380" y="1287340"/>
                </a:cubicBezTo>
                <a:cubicBezTo>
                  <a:pt x="3385557" y="1321268"/>
                  <a:pt x="3110896" y="1280206"/>
                  <a:pt x="2990781" y="1287340"/>
                </a:cubicBezTo>
                <a:cubicBezTo>
                  <a:pt x="2870666" y="1294474"/>
                  <a:pt x="2527745" y="1225924"/>
                  <a:pt x="2371294" y="1287340"/>
                </a:cubicBezTo>
                <a:cubicBezTo>
                  <a:pt x="2214843" y="1348756"/>
                  <a:pt x="2127606" y="1240614"/>
                  <a:pt x="1935358" y="1287340"/>
                </a:cubicBezTo>
                <a:cubicBezTo>
                  <a:pt x="1743110" y="1334066"/>
                  <a:pt x="1540024" y="1269796"/>
                  <a:pt x="1315871" y="1287340"/>
                </a:cubicBezTo>
                <a:cubicBezTo>
                  <a:pt x="1091718" y="1304884"/>
                  <a:pt x="1083468" y="1267051"/>
                  <a:pt x="879936" y="1287340"/>
                </a:cubicBezTo>
                <a:cubicBezTo>
                  <a:pt x="676405" y="1307629"/>
                  <a:pt x="404743" y="1234161"/>
                  <a:pt x="214561" y="1287340"/>
                </a:cubicBezTo>
                <a:cubicBezTo>
                  <a:pt x="86232" y="1282933"/>
                  <a:pt x="-6475" y="1218476"/>
                  <a:pt x="0" y="1072779"/>
                </a:cubicBezTo>
                <a:cubicBezTo>
                  <a:pt x="-50393" y="907228"/>
                  <a:pt x="22948" y="735518"/>
                  <a:pt x="0" y="643670"/>
                </a:cubicBezTo>
                <a:cubicBezTo>
                  <a:pt x="-22948" y="551822"/>
                  <a:pt x="15745" y="419638"/>
                  <a:pt x="0" y="214561"/>
                </a:cubicBezTo>
                <a:close/>
              </a:path>
            </a:pathLst>
          </a:custGeom>
          <a:noFill/>
          <a:ln w="28575">
            <a:solidFill>
              <a:srgbClr val="058859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30821751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4F7F22-5E2A-9154-C109-0C4A7E438982}"/>
              </a:ext>
            </a:extLst>
          </p:cNvPr>
          <p:cNvSpPr/>
          <p:nvPr/>
        </p:nvSpPr>
        <p:spPr>
          <a:xfrm>
            <a:off x="3870420" y="3064375"/>
            <a:ext cx="1827534" cy="638950"/>
          </a:xfrm>
          <a:custGeom>
            <a:avLst/>
            <a:gdLst>
              <a:gd name="connsiteX0" fmla="*/ 0 w 1827534"/>
              <a:gd name="connsiteY0" fmla="*/ 106494 h 638950"/>
              <a:gd name="connsiteX1" fmla="*/ 106494 w 1827534"/>
              <a:gd name="connsiteY1" fmla="*/ 0 h 638950"/>
              <a:gd name="connsiteX2" fmla="*/ 612385 w 1827534"/>
              <a:gd name="connsiteY2" fmla="*/ 0 h 638950"/>
              <a:gd name="connsiteX3" fmla="*/ 1166713 w 1827534"/>
              <a:gd name="connsiteY3" fmla="*/ 0 h 638950"/>
              <a:gd name="connsiteX4" fmla="*/ 1721040 w 1827534"/>
              <a:gd name="connsiteY4" fmla="*/ 0 h 638950"/>
              <a:gd name="connsiteX5" fmla="*/ 1827534 w 1827534"/>
              <a:gd name="connsiteY5" fmla="*/ 106494 h 638950"/>
              <a:gd name="connsiteX6" fmla="*/ 1827534 w 1827534"/>
              <a:gd name="connsiteY6" fmla="*/ 532456 h 638950"/>
              <a:gd name="connsiteX7" fmla="*/ 1721040 w 1827534"/>
              <a:gd name="connsiteY7" fmla="*/ 638950 h 638950"/>
              <a:gd name="connsiteX8" fmla="*/ 1166713 w 1827534"/>
              <a:gd name="connsiteY8" fmla="*/ 638950 h 638950"/>
              <a:gd name="connsiteX9" fmla="*/ 596240 w 1827534"/>
              <a:gd name="connsiteY9" fmla="*/ 638950 h 638950"/>
              <a:gd name="connsiteX10" fmla="*/ 106494 w 1827534"/>
              <a:gd name="connsiteY10" fmla="*/ 638950 h 638950"/>
              <a:gd name="connsiteX11" fmla="*/ 0 w 1827534"/>
              <a:gd name="connsiteY11" fmla="*/ 532456 h 638950"/>
              <a:gd name="connsiteX12" fmla="*/ 0 w 1827534"/>
              <a:gd name="connsiteY12" fmla="*/ 106494 h 63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7534" h="638950" extrusionOk="0">
                <a:moveTo>
                  <a:pt x="0" y="106494"/>
                </a:moveTo>
                <a:cubicBezTo>
                  <a:pt x="-2435" y="51143"/>
                  <a:pt x="46707" y="-6865"/>
                  <a:pt x="106494" y="0"/>
                </a:cubicBezTo>
                <a:cubicBezTo>
                  <a:pt x="216296" y="-28177"/>
                  <a:pt x="475001" y="24824"/>
                  <a:pt x="612385" y="0"/>
                </a:cubicBezTo>
                <a:cubicBezTo>
                  <a:pt x="749769" y="-24824"/>
                  <a:pt x="996037" y="15958"/>
                  <a:pt x="1166713" y="0"/>
                </a:cubicBezTo>
                <a:cubicBezTo>
                  <a:pt x="1337389" y="-15958"/>
                  <a:pt x="1550438" y="8342"/>
                  <a:pt x="1721040" y="0"/>
                </a:cubicBezTo>
                <a:cubicBezTo>
                  <a:pt x="1776736" y="-9338"/>
                  <a:pt x="1843097" y="50342"/>
                  <a:pt x="1827534" y="106494"/>
                </a:cubicBezTo>
                <a:cubicBezTo>
                  <a:pt x="1835931" y="212188"/>
                  <a:pt x="1821712" y="441472"/>
                  <a:pt x="1827534" y="532456"/>
                </a:cubicBezTo>
                <a:cubicBezTo>
                  <a:pt x="1831835" y="606539"/>
                  <a:pt x="1781661" y="624533"/>
                  <a:pt x="1721040" y="638950"/>
                </a:cubicBezTo>
                <a:cubicBezTo>
                  <a:pt x="1492291" y="690325"/>
                  <a:pt x="1376522" y="587470"/>
                  <a:pt x="1166713" y="638950"/>
                </a:cubicBezTo>
                <a:cubicBezTo>
                  <a:pt x="956904" y="690430"/>
                  <a:pt x="822254" y="621216"/>
                  <a:pt x="596240" y="638950"/>
                </a:cubicBezTo>
                <a:cubicBezTo>
                  <a:pt x="370226" y="656684"/>
                  <a:pt x="255083" y="602665"/>
                  <a:pt x="106494" y="638950"/>
                </a:cubicBezTo>
                <a:cubicBezTo>
                  <a:pt x="45930" y="641642"/>
                  <a:pt x="-9049" y="587835"/>
                  <a:pt x="0" y="532456"/>
                </a:cubicBezTo>
                <a:cubicBezTo>
                  <a:pt x="-25319" y="439653"/>
                  <a:pt x="1604" y="210745"/>
                  <a:pt x="0" y="106494"/>
                </a:cubicBezTo>
                <a:close/>
              </a:path>
            </a:pathLst>
          </a:custGeom>
          <a:noFill/>
          <a:ln w="28575">
            <a:solidFill>
              <a:srgbClr val="00B0F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30821751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5EADC7-D5B3-1BB0-6CC9-91FA7CA13D50}"/>
              </a:ext>
            </a:extLst>
          </p:cNvPr>
          <p:cNvSpPr/>
          <p:nvPr/>
        </p:nvSpPr>
        <p:spPr>
          <a:xfrm>
            <a:off x="6481889" y="3064375"/>
            <a:ext cx="1827534" cy="638950"/>
          </a:xfrm>
          <a:custGeom>
            <a:avLst/>
            <a:gdLst>
              <a:gd name="connsiteX0" fmla="*/ 0 w 1827534"/>
              <a:gd name="connsiteY0" fmla="*/ 106494 h 638950"/>
              <a:gd name="connsiteX1" fmla="*/ 106494 w 1827534"/>
              <a:gd name="connsiteY1" fmla="*/ 0 h 638950"/>
              <a:gd name="connsiteX2" fmla="*/ 612385 w 1827534"/>
              <a:gd name="connsiteY2" fmla="*/ 0 h 638950"/>
              <a:gd name="connsiteX3" fmla="*/ 1166713 w 1827534"/>
              <a:gd name="connsiteY3" fmla="*/ 0 h 638950"/>
              <a:gd name="connsiteX4" fmla="*/ 1721040 w 1827534"/>
              <a:gd name="connsiteY4" fmla="*/ 0 h 638950"/>
              <a:gd name="connsiteX5" fmla="*/ 1827534 w 1827534"/>
              <a:gd name="connsiteY5" fmla="*/ 106494 h 638950"/>
              <a:gd name="connsiteX6" fmla="*/ 1827534 w 1827534"/>
              <a:gd name="connsiteY6" fmla="*/ 532456 h 638950"/>
              <a:gd name="connsiteX7" fmla="*/ 1721040 w 1827534"/>
              <a:gd name="connsiteY7" fmla="*/ 638950 h 638950"/>
              <a:gd name="connsiteX8" fmla="*/ 1166713 w 1827534"/>
              <a:gd name="connsiteY8" fmla="*/ 638950 h 638950"/>
              <a:gd name="connsiteX9" fmla="*/ 596240 w 1827534"/>
              <a:gd name="connsiteY9" fmla="*/ 638950 h 638950"/>
              <a:gd name="connsiteX10" fmla="*/ 106494 w 1827534"/>
              <a:gd name="connsiteY10" fmla="*/ 638950 h 638950"/>
              <a:gd name="connsiteX11" fmla="*/ 0 w 1827534"/>
              <a:gd name="connsiteY11" fmla="*/ 532456 h 638950"/>
              <a:gd name="connsiteX12" fmla="*/ 0 w 1827534"/>
              <a:gd name="connsiteY12" fmla="*/ 106494 h 63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27534" h="638950" extrusionOk="0">
                <a:moveTo>
                  <a:pt x="0" y="106494"/>
                </a:moveTo>
                <a:cubicBezTo>
                  <a:pt x="-2435" y="51143"/>
                  <a:pt x="46707" y="-6865"/>
                  <a:pt x="106494" y="0"/>
                </a:cubicBezTo>
                <a:cubicBezTo>
                  <a:pt x="216296" y="-28177"/>
                  <a:pt x="475001" y="24824"/>
                  <a:pt x="612385" y="0"/>
                </a:cubicBezTo>
                <a:cubicBezTo>
                  <a:pt x="749769" y="-24824"/>
                  <a:pt x="996037" y="15958"/>
                  <a:pt x="1166713" y="0"/>
                </a:cubicBezTo>
                <a:cubicBezTo>
                  <a:pt x="1337389" y="-15958"/>
                  <a:pt x="1550438" y="8342"/>
                  <a:pt x="1721040" y="0"/>
                </a:cubicBezTo>
                <a:cubicBezTo>
                  <a:pt x="1776736" y="-9338"/>
                  <a:pt x="1843097" y="50342"/>
                  <a:pt x="1827534" y="106494"/>
                </a:cubicBezTo>
                <a:cubicBezTo>
                  <a:pt x="1835931" y="212188"/>
                  <a:pt x="1821712" y="441472"/>
                  <a:pt x="1827534" y="532456"/>
                </a:cubicBezTo>
                <a:cubicBezTo>
                  <a:pt x="1831835" y="606539"/>
                  <a:pt x="1781661" y="624533"/>
                  <a:pt x="1721040" y="638950"/>
                </a:cubicBezTo>
                <a:cubicBezTo>
                  <a:pt x="1492291" y="690325"/>
                  <a:pt x="1376522" y="587470"/>
                  <a:pt x="1166713" y="638950"/>
                </a:cubicBezTo>
                <a:cubicBezTo>
                  <a:pt x="956904" y="690430"/>
                  <a:pt x="822254" y="621216"/>
                  <a:pt x="596240" y="638950"/>
                </a:cubicBezTo>
                <a:cubicBezTo>
                  <a:pt x="370226" y="656684"/>
                  <a:pt x="255083" y="602665"/>
                  <a:pt x="106494" y="638950"/>
                </a:cubicBezTo>
                <a:cubicBezTo>
                  <a:pt x="45930" y="641642"/>
                  <a:pt x="-9049" y="587835"/>
                  <a:pt x="0" y="532456"/>
                </a:cubicBezTo>
                <a:cubicBezTo>
                  <a:pt x="-25319" y="439653"/>
                  <a:pt x="1604" y="210745"/>
                  <a:pt x="0" y="106494"/>
                </a:cubicBezTo>
                <a:close/>
              </a:path>
            </a:pathLst>
          </a:custGeom>
          <a:noFill/>
          <a:ln w="28575">
            <a:solidFill>
              <a:srgbClr val="00B0F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30821751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13D88A-D4E4-A3B0-BDAA-97CECE724F00}"/>
              </a:ext>
            </a:extLst>
          </p:cNvPr>
          <p:cNvSpPr txBox="1"/>
          <p:nvPr/>
        </p:nvSpPr>
        <p:spPr>
          <a:xfrm>
            <a:off x="4255751" y="3190052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Encoder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53BF96-5C03-B29A-816C-88F0CE594085}"/>
              </a:ext>
            </a:extLst>
          </p:cNvPr>
          <p:cNvSpPr txBox="1"/>
          <p:nvPr/>
        </p:nvSpPr>
        <p:spPr>
          <a:xfrm>
            <a:off x="6898549" y="3193221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Decoder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974715-B48D-CF24-DE4F-885786949470}"/>
              </a:ext>
            </a:extLst>
          </p:cNvPr>
          <p:cNvCxnSpPr/>
          <p:nvPr/>
        </p:nvCxnSpPr>
        <p:spPr>
          <a:xfrm flipH="1">
            <a:off x="3828011" y="2248596"/>
            <a:ext cx="1363287" cy="440575"/>
          </a:xfrm>
          <a:prstGeom prst="straightConnector1">
            <a:avLst/>
          </a:prstGeom>
          <a:ln w="28575">
            <a:solidFill>
              <a:srgbClr val="0588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00FDA3A-713C-B6F5-354E-5021B28E03E9}"/>
              </a:ext>
            </a:extLst>
          </p:cNvPr>
          <p:cNvCxnSpPr>
            <a:cxnSpLocks/>
          </p:cNvCxnSpPr>
          <p:nvPr/>
        </p:nvCxnSpPr>
        <p:spPr>
          <a:xfrm>
            <a:off x="6920633" y="2262393"/>
            <a:ext cx="1363287" cy="440575"/>
          </a:xfrm>
          <a:prstGeom prst="straightConnector1">
            <a:avLst/>
          </a:prstGeom>
          <a:ln w="28575">
            <a:solidFill>
              <a:srgbClr val="0588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50DDE5F-3091-F23D-DD43-1FD04498885F}"/>
              </a:ext>
            </a:extLst>
          </p:cNvPr>
          <p:cNvSpPr/>
          <p:nvPr/>
        </p:nvSpPr>
        <p:spPr>
          <a:xfrm>
            <a:off x="1860541" y="4534343"/>
            <a:ext cx="8804689" cy="1525637"/>
          </a:xfrm>
          <a:custGeom>
            <a:avLst/>
            <a:gdLst>
              <a:gd name="connsiteX0" fmla="*/ 0 w 8804689"/>
              <a:gd name="connsiteY0" fmla="*/ 254278 h 1525637"/>
              <a:gd name="connsiteX1" fmla="*/ 254278 w 8804689"/>
              <a:gd name="connsiteY1" fmla="*/ 0 h 1525637"/>
              <a:gd name="connsiteX2" fmla="*/ 680936 w 8804689"/>
              <a:gd name="connsiteY2" fmla="*/ 0 h 1525637"/>
              <a:gd name="connsiteX3" fmla="*/ 1356479 w 8804689"/>
              <a:gd name="connsiteY3" fmla="*/ 0 h 1525637"/>
              <a:gd name="connsiteX4" fmla="*/ 1700175 w 8804689"/>
              <a:gd name="connsiteY4" fmla="*/ 0 h 1525637"/>
              <a:gd name="connsiteX5" fmla="*/ 2209795 w 8804689"/>
              <a:gd name="connsiteY5" fmla="*/ 0 h 1525637"/>
              <a:gd name="connsiteX6" fmla="*/ 2636453 w 8804689"/>
              <a:gd name="connsiteY6" fmla="*/ 0 h 1525637"/>
              <a:gd name="connsiteX7" fmla="*/ 3146073 w 8804689"/>
              <a:gd name="connsiteY7" fmla="*/ 0 h 1525637"/>
              <a:gd name="connsiteX8" fmla="*/ 3572731 w 8804689"/>
              <a:gd name="connsiteY8" fmla="*/ 0 h 1525637"/>
              <a:gd name="connsiteX9" fmla="*/ 4331235 w 8804689"/>
              <a:gd name="connsiteY9" fmla="*/ 0 h 1525637"/>
              <a:gd name="connsiteX10" fmla="*/ 5089738 w 8804689"/>
              <a:gd name="connsiteY10" fmla="*/ 0 h 1525637"/>
              <a:gd name="connsiteX11" fmla="*/ 5848242 w 8804689"/>
              <a:gd name="connsiteY11" fmla="*/ 0 h 1525637"/>
              <a:gd name="connsiteX12" fmla="*/ 6440823 w 8804689"/>
              <a:gd name="connsiteY12" fmla="*/ 0 h 1525637"/>
              <a:gd name="connsiteX13" fmla="*/ 7116365 w 8804689"/>
              <a:gd name="connsiteY13" fmla="*/ 0 h 1525637"/>
              <a:gd name="connsiteX14" fmla="*/ 7874869 w 8804689"/>
              <a:gd name="connsiteY14" fmla="*/ 0 h 1525637"/>
              <a:gd name="connsiteX15" fmla="*/ 8550411 w 8804689"/>
              <a:gd name="connsiteY15" fmla="*/ 0 h 1525637"/>
              <a:gd name="connsiteX16" fmla="*/ 8804689 w 8804689"/>
              <a:gd name="connsiteY16" fmla="*/ 254278 h 1525637"/>
              <a:gd name="connsiteX17" fmla="*/ 8804689 w 8804689"/>
              <a:gd name="connsiteY17" fmla="*/ 752648 h 1525637"/>
              <a:gd name="connsiteX18" fmla="*/ 8804689 w 8804689"/>
              <a:gd name="connsiteY18" fmla="*/ 1271359 h 1525637"/>
              <a:gd name="connsiteX19" fmla="*/ 8550411 w 8804689"/>
              <a:gd name="connsiteY19" fmla="*/ 1525637 h 1525637"/>
              <a:gd name="connsiteX20" fmla="*/ 8123753 w 8804689"/>
              <a:gd name="connsiteY20" fmla="*/ 1525637 h 1525637"/>
              <a:gd name="connsiteX21" fmla="*/ 7448210 w 8804689"/>
              <a:gd name="connsiteY21" fmla="*/ 1525637 h 1525637"/>
              <a:gd name="connsiteX22" fmla="*/ 6855630 w 8804689"/>
              <a:gd name="connsiteY22" fmla="*/ 1525637 h 1525637"/>
              <a:gd name="connsiteX23" fmla="*/ 6180087 w 8804689"/>
              <a:gd name="connsiteY23" fmla="*/ 1525637 h 1525637"/>
              <a:gd name="connsiteX24" fmla="*/ 5587506 w 8804689"/>
              <a:gd name="connsiteY24" fmla="*/ 1525637 h 1525637"/>
              <a:gd name="connsiteX25" fmla="*/ 4829003 w 8804689"/>
              <a:gd name="connsiteY25" fmla="*/ 1525637 h 1525637"/>
              <a:gd name="connsiteX26" fmla="*/ 4153461 w 8804689"/>
              <a:gd name="connsiteY26" fmla="*/ 1525637 h 1525637"/>
              <a:gd name="connsiteX27" fmla="*/ 3726802 w 8804689"/>
              <a:gd name="connsiteY27" fmla="*/ 1525637 h 1525637"/>
              <a:gd name="connsiteX28" fmla="*/ 3300144 w 8804689"/>
              <a:gd name="connsiteY28" fmla="*/ 1525637 h 1525637"/>
              <a:gd name="connsiteX29" fmla="*/ 2873486 w 8804689"/>
              <a:gd name="connsiteY29" fmla="*/ 1525637 h 1525637"/>
              <a:gd name="connsiteX30" fmla="*/ 2363866 w 8804689"/>
              <a:gd name="connsiteY30" fmla="*/ 1525637 h 1525637"/>
              <a:gd name="connsiteX31" fmla="*/ 1937208 w 8804689"/>
              <a:gd name="connsiteY31" fmla="*/ 1525637 h 1525637"/>
              <a:gd name="connsiteX32" fmla="*/ 1178704 w 8804689"/>
              <a:gd name="connsiteY32" fmla="*/ 1525637 h 1525637"/>
              <a:gd name="connsiteX33" fmla="*/ 254278 w 8804689"/>
              <a:gd name="connsiteY33" fmla="*/ 1525637 h 1525637"/>
              <a:gd name="connsiteX34" fmla="*/ 0 w 8804689"/>
              <a:gd name="connsiteY34" fmla="*/ 1271359 h 1525637"/>
              <a:gd name="connsiteX35" fmla="*/ 0 w 8804689"/>
              <a:gd name="connsiteY35" fmla="*/ 793331 h 1525637"/>
              <a:gd name="connsiteX36" fmla="*/ 0 w 8804689"/>
              <a:gd name="connsiteY36" fmla="*/ 254278 h 152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04689" h="1525637" extrusionOk="0">
                <a:moveTo>
                  <a:pt x="0" y="254278"/>
                </a:moveTo>
                <a:cubicBezTo>
                  <a:pt x="-16035" y="136655"/>
                  <a:pt x="108989" y="-34306"/>
                  <a:pt x="254278" y="0"/>
                </a:cubicBezTo>
                <a:cubicBezTo>
                  <a:pt x="368921" y="-46180"/>
                  <a:pt x="546423" y="242"/>
                  <a:pt x="680936" y="0"/>
                </a:cubicBezTo>
                <a:cubicBezTo>
                  <a:pt x="815449" y="-242"/>
                  <a:pt x="1110588" y="59477"/>
                  <a:pt x="1356479" y="0"/>
                </a:cubicBezTo>
                <a:cubicBezTo>
                  <a:pt x="1602370" y="-59477"/>
                  <a:pt x="1596480" y="14982"/>
                  <a:pt x="1700175" y="0"/>
                </a:cubicBezTo>
                <a:cubicBezTo>
                  <a:pt x="1803870" y="-14982"/>
                  <a:pt x="2087789" y="21667"/>
                  <a:pt x="2209795" y="0"/>
                </a:cubicBezTo>
                <a:cubicBezTo>
                  <a:pt x="2331801" y="-21667"/>
                  <a:pt x="2548250" y="20567"/>
                  <a:pt x="2636453" y="0"/>
                </a:cubicBezTo>
                <a:cubicBezTo>
                  <a:pt x="2724656" y="-20567"/>
                  <a:pt x="2999589" y="7568"/>
                  <a:pt x="3146073" y="0"/>
                </a:cubicBezTo>
                <a:cubicBezTo>
                  <a:pt x="3292557" y="-7568"/>
                  <a:pt x="3390276" y="42755"/>
                  <a:pt x="3572731" y="0"/>
                </a:cubicBezTo>
                <a:cubicBezTo>
                  <a:pt x="3755186" y="-42755"/>
                  <a:pt x="3980384" y="31138"/>
                  <a:pt x="4331235" y="0"/>
                </a:cubicBezTo>
                <a:cubicBezTo>
                  <a:pt x="4682086" y="-31138"/>
                  <a:pt x="4897077" y="19427"/>
                  <a:pt x="5089738" y="0"/>
                </a:cubicBezTo>
                <a:cubicBezTo>
                  <a:pt x="5282399" y="-19427"/>
                  <a:pt x="5614334" y="79655"/>
                  <a:pt x="5848242" y="0"/>
                </a:cubicBezTo>
                <a:cubicBezTo>
                  <a:pt x="6082150" y="-79655"/>
                  <a:pt x="6203998" y="54417"/>
                  <a:pt x="6440823" y="0"/>
                </a:cubicBezTo>
                <a:cubicBezTo>
                  <a:pt x="6677648" y="-54417"/>
                  <a:pt x="6855521" y="42808"/>
                  <a:pt x="7116365" y="0"/>
                </a:cubicBezTo>
                <a:cubicBezTo>
                  <a:pt x="7377209" y="-42808"/>
                  <a:pt x="7626291" y="52229"/>
                  <a:pt x="7874869" y="0"/>
                </a:cubicBezTo>
                <a:cubicBezTo>
                  <a:pt x="8123447" y="-52229"/>
                  <a:pt x="8230702" y="50790"/>
                  <a:pt x="8550411" y="0"/>
                </a:cubicBezTo>
                <a:cubicBezTo>
                  <a:pt x="8683497" y="-4869"/>
                  <a:pt x="8776206" y="105663"/>
                  <a:pt x="8804689" y="254278"/>
                </a:cubicBezTo>
                <a:cubicBezTo>
                  <a:pt x="8844202" y="428798"/>
                  <a:pt x="8755615" y="648304"/>
                  <a:pt x="8804689" y="752648"/>
                </a:cubicBezTo>
                <a:cubicBezTo>
                  <a:pt x="8853763" y="856992"/>
                  <a:pt x="8745081" y="1146664"/>
                  <a:pt x="8804689" y="1271359"/>
                </a:cubicBezTo>
                <a:cubicBezTo>
                  <a:pt x="8836352" y="1432709"/>
                  <a:pt x="8673921" y="1547178"/>
                  <a:pt x="8550411" y="1525637"/>
                </a:cubicBezTo>
                <a:cubicBezTo>
                  <a:pt x="8358439" y="1535160"/>
                  <a:pt x="8220954" y="1510267"/>
                  <a:pt x="8123753" y="1525637"/>
                </a:cubicBezTo>
                <a:cubicBezTo>
                  <a:pt x="8026552" y="1541007"/>
                  <a:pt x="7628388" y="1458624"/>
                  <a:pt x="7448210" y="1525637"/>
                </a:cubicBezTo>
                <a:cubicBezTo>
                  <a:pt x="7268032" y="1592650"/>
                  <a:pt x="7099250" y="1465216"/>
                  <a:pt x="6855630" y="1525637"/>
                </a:cubicBezTo>
                <a:cubicBezTo>
                  <a:pt x="6612010" y="1586058"/>
                  <a:pt x="6320149" y="1492176"/>
                  <a:pt x="6180087" y="1525637"/>
                </a:cubicBezTo>
                <a:cubicBezTo>
                  <a:pt x="6040025" y="1559098"/>
                  <a:pt x="5844375" y="1468599"/>
                  <a:pt x="5587506" y="1525637"/>
                </a:cubicBezTo>
                <a:cubicBezTo>
                  <a:pt x="5330637" y="1582675"/>
                  <a:pt x="5122922" y="1475472"/>
                  <a:pt x="4829003" y="1525637"/>
                </a:cubicBezTo>
                <a:cubicBezTo>
                  <a:pt x="4535084" y="1575802"/>
                  <a:pt x="4383224" y="1466040"/>
                  <a:pt x="4153461" y="1525637"/>
                </a:cubicBezTo>
                <a:cubicBezTo>
                  <a:pt x="3923698" y="1585234"/>
                  <a:pt x="3929822" y="1499754"/>
                  <a:pt x="3726802" y="1525637"/>
                </a:cubicBezTo>
                <a:cubicBezTo>
                  <a:pt x="3523782" y="1551520"/>
                  <a:pt x="3479322" y="1500350"/>
                  <a:pt x="3300144" y="1525637"/>
                </a:cubicBezTo>
                <a:cubicBezTo>
                  <a:pt x="3120966" y="1550924"/>
                  <a:pt x="3059792" y="1510589"/>
                  <a:pt x="2873486" y="1525637"/>
                </a:cubicBezTo>
                <a:cubicBezTo>
                  <a:pt x="2687180" y="1540685"/>
                  <a:pt x="2509473" y="1475405"/>
                  <a:pt x="2363866" y="1525637"/>
                </a:cubicBezTo>
                <a:cubicBezTo>
                  <a:pt x="2218259" y="1575869"/>
                  <a:pt x="2126183" y="1503968"/>
                  <a:pt x="1937208" y="1525637"/>
                </a:cubicBezTo>
                <a:cubicBezTo>
                  <a:pt x="1748233" y="1547306"/>
                  <a:pt x="1547388" y="1465619"/>
                  <a:pt x="1178704" y="1525637"/>
                </a:cubicBezTo>
                <a:cubicBezTo>
                  <a:pt x="810020" y="1585655"/>
                  <a:pt x="518035" y="1461652"/>
                  <a:pt x="254278" y="1525637"/>
                </a:cubicBezTo>
                <a:cubicBezTo>
                  <a:pt x="116324" y="1549613"/>
                  <a:pt x="15537" y="1408586"/>
                  <a:pt x="0" y="1271359"/>
                </a:cubicBezTo>
                <a:cubicBezTo>
                  <a:pt x="-1760" y="1040084"/>
                  <a:pt x="14875" y="977773"/>
                  <a:pt x="0" y="793331"/>
                </a:cubicBezTo>
                <a:cubicBezTo>
                  <a:pt x="-14875" y="608889"/>
                  <a:pt x="32062" y="476425"/>
                  <a:pt x="0" y="254278"/>
                </a:cubicBezTo>
                <a:close/>
              </a:path>
            </a:pathLst>
          </a:custGeom>
          <a:noFill/>
          <a:ln w="28575">
            <a:solidFill>
              <a:srgbClr val="058859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30821751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0EADE7-EFAF-EFA3-7486-FAA304A09693}"/>
              </a:ext>
            </a:extLst>
          </p:cNvPr>
          <p:cNvSpPr txBox="1"/>
          <p:nvPr/>
        </p:nvSpPr>
        <p:spPr>
          <a:xfrm>
            <a:off x="2727267" y="4967866"/>
            <a:ext cx="7071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Embedding, Positional Encoding, Multiple Head Attention, SoftMax, Output Weighting, Normalization &amp; Residual Connection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F94DB6A-74C5-1AA3-53AC-931B1F35DC71}"/>
              </a:ext>
            </a:extLst>
          </p:cNvPr>
          <p:cNvCxnSpPr/>
          <p:nvPr/>
        </p:nvCxnSpPr>
        <p:spPr>
          <a:xfrm flipH="1">
            <a:off x="2379443" y="4053593"/>
            <a:ext cx="1363287" cy="440575"/>
          </a:xfrm>
          <a:prstGeom prst="straightConnector1">
            <a:avLst/>
          </a:prstGeom>
          <a:ln w="28575">
            <a:solidFill>
              <a:srgbClr val="0588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306098-5F5D-36C5-E6E6-46DDAA31E8F2}"/>
              </a:ext>
            </a:extLst>
          </p:cNvPr>
          <p:cNvCxnSpPr>
            <a:cxnSpLocks/>
          </p:cNvCxnSpPr>
          <p:nvPr/>
        </p:nvCxnSpPr>
        <p:spPr>
          <a:xfrm>
            <a:off x="8506978" y="4015052"/>
            <a:ext cx="1363287" cy="440575"/>
          </a:xfrm>
          <a:prstGeom prst="straightConnector1">
            <a:avLst/>
          </a:prstGeom>
          <a:ln w="28575">
            <a:solidFill>
              <a:srgbClr val="0588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BBDD335-5924-118F-4240-247171A3369A}"/>
              </a:ext>
            </a:extLst>
          </p:cNvPr>
          <p:cNvSpPr txBox="1"/>
          <p:nvPr/>
        </p:nvSpPr>
        <p:spPr>
          <a:xfrm>
            <a:off x="1503501" y="6394605"/>
            <a:ext cx="6391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https://www.datacamp.com/tutorial/how-transformers-work</a:t>
            </a:r>
          </a:p>
        </p:txBody>
      </p:sp>
    </p:spTree>
    <p:extLst>
      <p:ext uri="{BB962C8B-B14F-4D97-AF65-F5344CB8AC3E}">
        <p14:creationId xmlns:p14="http://schemas.microsoft.com/office/powerpoint/2010/main" val="175164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42F59-0164-8166-C7B2-2D153E29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3AA2-9BC6-4517-580A-1EFD573B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2" y="169776"/>
            <a:ext cx="5918468" cy="516024"/>
          </a:xfrm>
        </p:spPr>
        <p:txBody>
          <a:bodyPr/>
          <a:lstStyle/>
          <a:p>
            <a:r>
              <a:rPr lang="en-US" dirty="0"/>
              <a:t>LLM From a User Perspective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AAA8A9A-E6F6-EFAB-B5DE-C810036D4079}"/>
              </a:ext>
            </a:extLst>
          </p:cNvPr>
          <p:cNvGrpSpPr/>
          <p:nvPr/>
        </p:nvGrpSpPr>
        <p:grpSpPr>
          <a:xfrm>
            <a:off x="2010951" y="2460063"/>
            <a:ext cx="8050164" cy="1937874"/>
            <a:chOff x="2114860" y="2304726"/>
            <a:chExt cx="8050164" cy="1937874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5DBEAA2-D85B-C5D8-16EB-1DDF23B3D135}"/>
                </a:ext>
              </a:extLst>
            </p:cNvPr>
            <p:cNvGrpSpPr/>
            <p:nvPr/>
          </p:nvGrpSpPr>
          <p:grpSpPr>
            <a:xfrm>
              <a:off x="2793763" y="3587990"/>
              <a:ext cx="7371261" cy="654610"/>
              <a:chOff x="1908457" y="3101695"/>
              <a:chExt cx="7371261" cy="654610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C2DD3B43-11EA-C1E9-32E3-BEF568E185FD}"/>
                  </a:ext>
                </a:extLst>
              </p:cNvPr>
              <p:cNvSpPr/>
              <p:nvPr/>
            </p:nvSpPr>
            <p:spPr>
              <a:xfrm>
                <a:off x="1908457" y="3101695"/>
                <a:ext cx="1372407" cy="654610"/>
              </a:xfrm>
              <a:custGeom>
                <a:avLst/>
                <a:gdLst>
                  <a:gd name="connsiteX0" fmla="*/ 0 w 1372407"/>
                  <a:gd name="connsiteY0" fmla="*/ 109104 h 654610"/>
                  <a:gd name="connsiteX1" fmla="*/ 109104 w 1372407"/>
                  <a:gd name="connsiteY1" fmla="*/ 0 h 654610"/>
                  <a:gd name="connsiteX2" fmla="*/ 686204 w 1372407"/>
                  <a:gd name="connsiteY2" fmla="*/ 0 h 654610"/>
                  <a:gd name="connsiteX3" fmla="*/ 1263303 w 1372407"/>
                  <a:gd name="connsiteY3" fmla="*/ 0 h 654610"/>
                  <a:gd name="connsiteX4" fmla="*/ 1372407 w 1372407"/>
                  <a:gd name="connsiteY4" fmla="*/ 109104 h 654610"/>
                  <a:gd name="connsiteX5" fmla="*/ 1372407 w 1372407"/>
                  <a:gd name="connsiteY5" fmla="*/ 545506 h 654610"/>
                  <a:gd name="connsiteX6" fmla="*/ 1263303 w 1372407"/>
                  <a:gd name="connsiteY6" fmla="*/ 654610 h 654610"/>
                  <a:gd name="connsiteX7" fmla="*/ 697745 w 1372407"/>
                  <a:gd name="connsiteY7" fmla="*/ 654610 h 654610"/>
                  <a:gd name="connsiteX8" fmla="*/ 109104 w 1372407"/>
                  <a:gd name="connsiteY8" fmla="*/ 654610 h 654610"/>
                  <a:gd name="connsiteX9" fmla="*/ 0 w 1372407"/>
                  <a:gd name="connsiteY9" fmla="*/ 545506 h 654610"/>
                  <a:gd name="connsiteX10" fmla="*/ 0 w 1372407"/>
                  <a:gd name="connsiteY10" fmla="*/ 109104 h 654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2407" h="654610" extrusionOk="0">
                    <a:moveTo>
                      <a:pt x="0" y="109104"/>
                    </a:moveTo>
                    <a:cubicBezTo>
                      <a:pt x="2629" y="43558"/>
                      <a:pt x="50093" y="-4099"/>
                      <a:pt x="109104" y="0"/>
                    </a:cubicBezTo>
                    <a:cubicBezTo>
                      <a:pt x="295197" y="4782"/>
                      <a:pt x="449318" y="16166"/>
                      <a:pt x="686204" y="0"/>
                    </a:cubicBezTo>
                    <a:cubicBezTo>
                      <a:pt x="923090" y="-16166"/>
                      <a:pt x="1011649" y="-13474"/>
                      <a:pt x="1263303" y="0"/>
                    </a:cubicBezTo>
                    <a:cubicBezTo>
                      <a:pt x="1333307" y="-8814"/>
                      <a:pt x="1375883" y="43300"/>
                      <a:pt x="1372407" y="109104"/>
                    </a:cubicBezTo>
                    <a:cubicBezTo>
                      <a:pt x="1373388" y="211177"/>
                      <a:pt x="1386512" y="346117"/>
                      <a:pt x="1372407" y="545506"/>
                    </a:cubicBezTo>
                    <a:cubicBezTo>
                      <a:pt x="1377100" y="609270"/>
                      <a:pt x="1326457" y="651680"/>
                      <a:pt x="1263303" y="654610"/>
                    </a:cubicBezTo>
                    <a:cubicBezTo>
                      <a:pt x="1135707" y="635058"/>
                      <a:pt x="833155" y="674960"/>
                      <a:pt x="697745" y="654610"/>
                    </a:cubicBezTo>
                    <a:cubicBezTo>
                      <a:pt x="562335" y="634260"/>
                      <a:pt x="270302" y="630466"/>
                      <a:pt x="109104" y="654610"/>
                    </a:cubicBezTo>
                    <a:cubicBezTo>
                      <a:pt x="59796" y="662258"/>
                      <a:pt x="-2268" y="591759"/>
                      <a:pt x="0" y="545506"/>
                    </a:cubicBezTo>
                    <a:cubicBezTo>
                      <a:pt x="18828" y="457984"/>
                      <a:pt x="14693" y="209417"/>
                      <a:pt x="0" y="109104"/>
                    </a:cubicBezTo>
                    <a:close/>
                  </a:path>
                </a:pathLst>
              </a:custGeom>
              <a:noFill/>
              <a:ln w="28575">
                <a:solidFill>
                  <a:srgbClr val="058859"/>
                </a:solidFill>
                <a:extLst>
                  <a:ext uri="{C807C97D-BFC1-408E-A445-0C87EB9F89A2}">
                    <ask:lineSketchStyleProps xmlns:ask="http://schemas.microsoft.com/office/drawing/2018/sketchyshapes" sd="3538221932">
                      <a:prstGeom prst="round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696BD08-13A9-4224-DB5B-DBE6D58CBBEF}"/>
                  </a:ext>
                </a:extLst>
              </p:cNvPr>
              <p:cNvSpPr txBox="1"/>
              <p:nvPr/>
            </p:nvSpPr>
            <p:spPr>
              <a:xfrm>
                <a:off x="2120812" y="3244334"/>
                <a:ext cx="9476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Prompt</a:t>
                </a: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4212E565-9B6D-C1CB-46B2-4CBE1055EB2E}"/>
                  </a:ext>
                </a:extLst>
              </p:cNvPr>
              <p:cNvGrpSpPr/>
              <p:nvPr/>
            </p:nvGrpSpPr>
            <p:grpSpPr>
              <a:xfrm>
                <a:off x="7907311" y="3101695"/>
                <a:ext cx="1372407" cy="654610"/>
                <a:chOff x="7597719" y="3101695"/>
                <a:chExt cx="1372407" cy="654610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F8847FBC-A6AF-9B2C-72D7-B99818588275}"/>
                    </a:ext>
                  </a:extLst>
                </p:cNvPr>
                <p:cNvSpPr/>
                <p:nvPr/>
              </p:nvSpPr>
              <p:spPr>
                <a:xfrm>
                  <a:off x="7597719" y="3101695"/>
                  <a:ext cx="1372407" cy="654610"/>
                </a:xfrm>
                <a:custGeom>
                  <a:avLst/>
                  <a:gdLst>
                    <a:gd name="connsiteX0" fmla="*/ 0 w 1372407"/>
                    <a:gd name="connsiteY0" fmla="*/ 109104 h 654610"/>
                    <a:gd name="connsiteX1" fmla="*/ 109104 w 1372407"/>
                    <a:gd name="connsiteY1" fmla="*/ 0 h 654610"/>
                    <a:gd name="connsiteX2" fmla="*/ 709287 w 1372407"/>
                    <a:gd name="connsiteY2" fmla="*/ 0 h 654610"/>
                    <a:gd name="connsiteX3" fmla="*/ 1263303 w 1372407"/>
                    <a:gd name="connsiteY3" fmla="*/ 0 h 654610"/>
                    <a:gd name="connsiteX4" fmla="*/ 1372407 w 1372407"/>
                    <a:gd name="connsiteY4" fmla="*/ 109104 h 654610"/>
                    <a:gd name="connsiteX5" fmla="*/ 1372407 w 1372407"/>
                    <a:gd name="connsiteY5" fmla="*/ 545506 h 654610"/>
                    <a:gd name="connsiteX6" fmla="*/ 1263303 w 1372407"/>
                    <a:gd name="connsiteY6" fmla="*/ 654610 h 654610"/>
                    <a:gd name="connsiteX7" fmla="*/ 709287 w 1372407"/>
                    <a:gd name="connsiteY7" fmla="*/ 654610 h 654610"/>
                    <a:gd name="connsiteX8" fmla="*/ 109104 w 1372407"/>
                    <a:gd name="connsiteY8" fmla="*/ 654610 h 654610"/>
                    <a:gd name="connsiteX9" fmla="*/ 0 w 1372407"/>
                    <a:gd name="connsiteY9" fmla="*/ 545506 h 654610"/>
                    <a:gd name="connsiteX10" fmla="*/ 0 w 1372407"/>
                    <a:gd name="connsiteY10" fmla="*/ 109104 h 654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2407" h="654610" extrusionOk="0">
                      <a:moveTo>
                        <a:pt x="0" y="109104"/>
                      </a:moveTo>
                      <a:cubicBezTo>
                        <a:pt x="-2722" y="43244"/>
                        <a:pt x="56849" y="-2902"/>
                        <a:pt x="109104" y="0"/>
                      </a:cubicBezTo>
                      <a:cubicBezTo>
                        <a:pt x="329720" y="9479"/>
                        <a:pt x="428147" y="684"/>
                        <a:pt x="709287" y="0"/>
                      </a:cubicBezTo>
                      <a:cubicBezTo>
                        <a:pt x="990427" y="-684"/>
                        <a:pt x="1002898" y="15156"/>
                        <a:pt x="1263303" y="0"/>
                      </a:cubicBezTo>
                      <a:cubicBezTo>
                        <a:pt x="1323075" y="-2373"/>
                        <a:pt x="1372173" y="39986"/>
                        <a:pt x="1372407" y="109104"/>
                      </a:cubicBezTo>
                      <a:cubicBezTo>
                        <a:pt x="1370928" y="287545"/>
                        <a:pt x="1354508" y="456986"/>
                        <a:pt x="1372407" y="545506"/>
                      </a:cubicBezTo>
                      <a:cubicBezTo>
                        <a:pt x="1374853" y="607369"/>
                        <a:pt x="1326400" y="657092"/>
                        <a:pt x="1263303" y="654610"/>
                      </a:cubicBezTo>
                      <a:cubicBezTo>
                        <a:pt x="1055378" y="640795"/>
                        <a:pt x="983978" y="655425"/>
                        <a:pt x="709287" y="654610"/>
                      </a:cubicBezTo>
                      <a:cubicBezTo>
                        <a:pt x="434596" y="653795"/>
                        <a:pt x="277790" y="678695"/>
                        <a:pt x="109104" y="654610"/>
                      </a:cubicBezTo>
                      <a:cubicBezTo>
                        <a:pt x="46897" y="650005"/>
                        <a:pt x="-3921" y="599729"/>
                        <a:pt x="0" y="545506"/>
                      </a:cubicBezTo>
                      <a:cubicBezTo>
                        <a:pt x="3170" y="393677"/>
                        <a:pt x="1870" y="300682"/>
                        <a:pt x="0" y="109104"/>
                      </a:cubicBezTo>
                      <a:close/>
                    </a:path>
                  </a:pathLst>
                </a:custGeom>
                <a:noFill/>
                <a:ln w="28575">
                  <a:solidFill>
                    <a:srgbClr val="058859"/>
                  </a:solidFill>
                  <a:extLst>
                    <a:ext uri="{C807C97D-BFC1-408E-A445-0C87EB9F89A2}">
                      <ask:lineSketchStyleProps xmlns:ask="http://schemas.microsoft.com/office/drawing/2018/sketchyshapes" sd="2896451409">
                        <a:prstGeom prst="round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01254A4-0365-D234-BB55-B3634B8B70CC}"/>
                    </a:ext>
                  </a:extLst>
                </p:cNvPr>
                <p:cNvSpPr txBox="1"/>
                <p:nvPr/>
              </p:nvSpPr>
              <p:spPr>
                <a:xfrm>
                  <a:off x="7631339" y="3244334"/>
                  <a:ext cx="13051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Generation</a:t>
                  </a:r>
                </a:p>
              </p:txBody>
            </p:sp>
          </p:grp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F3213663-AE46-D73D-7EB0-E073372B67BF}"/>
                  </a:ext>
                </a:extLst>
              </p:cNvPr>
              <p:cNvSpPr/>
              <p:nvPr/>
            </p:nvSpPr>
            <p:spPr>
              <a:xfrm>
                <a:off x="3908075" y="3101695"/>
                <a:ext cx="1372407" cy="654610"/>
              </a:xfrm>
              <a:custGeom>
                <a:avLst/>
                <a:gdLst>
                  <a:gd name="connsiteX0" fmla="*/ 0 w 1372407"/>
                  <a:gd name="connsiteY0" fmla="*/ 109104 h 654610"/>
                  <a:gd name="connsiteX1" fmla="*/ 109104 w 1372407"/>
                  <a:gd name="connsiteY1" fmla="*/ 0 h 654610"/>
                  <a:gd name="connsiteX2" fmla="*/ 686204 w 1372407"/>
                  <a:gd name="connsiteY2" fmla="*/ 0 h 654610"/>
                  <a:gd name="connsiteX3" fmla="*/ 1263303 w 1372407"/>
                  <a:gd name="connsiteY3" fmla="*/ 0 h 654610"/>
                  <a:gd name="connsiteX4" fmla="*/ 1372407 w 1372407"/>
                  <a:gd name="connsiteY4" fmla="*/ 109104 h 654610"/>
                  <a:gd name="connsiteX5" fmla="*/ 1372407 w 1372407"/>
                  <a:gd name="connsiteY5" fmla="*/ 545506 h 654610"/>
                  <a:gd name="connsiteX6" fmla="*/ 1263303 w 1372407"/>
                  <a:gd name="connsiteY6" fmla="*/ 654610 h 654610"/>
                  <a:gd name="connsiteX7" fmla="*/ 697745 w 1372407"/>
                  <a:gd name="connsiteY7" fmla="*/ 654610 h 654610"/>
                  <a:gd name="connsiteX8" fmla="*/ 109104 w 1372407"/>
                  <a:gd name="connsiteY8" fmla="*/ 654610 h 654610"/>
                  <a:gd name="connsiteX9" fmla="*/ 0 w 1372407"/>
                  <a:gd name="connsiteY9" fmla="*/ 545506 h 654610"/>
                  <a:gd name="connsiteX10" fmla="*/ 0 w 1372407"/>
                  <a:gd name="connsiteY10" fmla="*/ 109104 h 654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2407" h="654610" extrusionOk="0">
                    <a:moveTo>
                      <a:pt x="0" y="109104"/>
                    </a:moveTo>
                    <a:cubicBezTo>
                      <a:pt x="2629" y="43558"/>
                      <a:pt x="50093" y="-4099"/>
                      <a:pt x="109104" y="0"/>
                    </a:cubicBezTo>
                    <a:cubicBezTo>
                      <a:pt x="295197" y="4782"/>
                      <a:pt x="449318" y="16166"/>
                      <a:pt x="686204" y="0"/>
                    </a:cubicBezTo>
                    <a:cubicBezTo>
                      <a:pt x="923090" y="-16166"/>
                      <a:pt x="1011649" y="-13474"/>
                      <a:pt x="1263303" y="0"/>
                    </a:cubicBezTo>
                    <a:cubicBezTo>
                      <a:pt x="1333307" y="-8814"/>
                      <a:pt x="1375883" y="43300"/>
                      <a:pt x="1372407" y="109104"/>
                    </a:cubicBezTo>
                    <a:cubicBezTo>
                      <a:pt x="1373388" y="211177"/>
                      <a:pt x="1386512" y="346117"/>
                      <a:pt x="1372407" y="545506"/>
                    </a:cubicBezTo>
                    <a:cubicBezTo>
                      <a:pt x="1377100" y="609270"/>
                      <a:pt x="1326457" y="651680"/>
                      <a:pt x="1263303" y="654610"/>
                    </a:cubicBezTo>
                    <a:cubicBezTo>
                      <a:pt x="1135707" y="635058"/>
                      <a:pt x="833155" y="674960"/>
                      <a:pt x="697745" y="654610"/>
                    </a:cubicBezTo>
                    <a:cubicBezTo>
                      <a:pt x="562335" y="634260"/>
                      <a:pt x="270302" y="630466"/>
                      <a:pt x="109104" y="654610"/>
                    </a:cubicBezTo>
                    <a:cubicBezTo>
                      <a:pt x="59796" y="662258"/>
                      <a:pt x="-2268" y="591759"/>
                      <a:pt x="0" y="545506"/>
                    </a:cubicBezTo>
                    <a:cubicBezTo>
                      <a:pt x="18828" y="457984"/>
                      <a:pt x="14693" y="209417"/>
                      <a:pt x="0" y="109104"/>
                    </a:cubicBezTo>
                    <a:close/>
                  </a:path>
                </a:pathLst>
              </a:custGeom>
              <a:noFill/>
              <a:ln w="28575">
                <a:solidFill>
                  <a:srgbClr val="058859"/>
                </a:solidFill>
                <a:extLst>
                  <a:ext uri="{C807C97D-BFC1-408E-A445-0C87EB9F89A2}">
                    <ask:lineSketchStyleProps xmlns:ask="http://schemas.microsoft.com/office/drawing/2018/sketchyshapes" sd="3538221932">
                      <a:prstGeom prst="round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B5F9AAF-7B50-E5CE-DF41-0BEB8A2B746F}"/>
                  </a:ext>
                </a:extLst>
              </p:cNvPr>
              <p:cNvSpPr txBox="1"/>
              <p:nvPr/>
            </p:nvSpPr>
            <p:spPr>
              <a:xfrm>
                <a:off x="4015077" y="3244334"/>
                <a:ext cx="11833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Retrieval?</a:t>
                </a: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A370DFB7-2052-53EB-4F80-1DF0B5F595CF}"/>
                  </a:ext>
                </a:extLst>
              </p:cNvPr>
              <p:cNvSpPr/>
              <p:nvPr/>
            </p:nvSpPr>
            <p:spPr>
              <a:xfrm>
                <a:off x="5907693" y="3101695"/>
                <a:ext cx="1372407" cy="654610"/>
              </a:xfrm>
              <a:custGeom>
                <a:avLst/>
                <a:gdLst>
                  <a:gd name="connsiteX0" fmla="*/ 0 w 1372407"/>
                  <a:gd name="connsiteY0" fmla="*/ 109104 h 654610"/>
                  <a:gd name="connsiteX1" fmla="*/ 109104 w 1372407"/>
                  <a:gd name="connsiteY1" fmla="*/ 0 h 654610"/>
                  <a:gd name="connsiteX2" fmla="*/ 686204 w 1372407"/>
                  <a:gd name="connsiteY2" fmla="*/ 0 h 654610"/>
                  <a:gd name="connsiteX3" fmla="*/ 1263303 w 1372407"/>
                  <a:gd name="connsiteY3" fmla="*/ 0 h 654610"/>
                  <a:gd name="connsiteX4" fmla="*/ 1372407 w 1372407"/>
                  <a:gd name="connsiteY4" fmla="*/ 109104 h 654610"/>
                  <a:gd name="connsiteX5" fmla="*/ 1372407 w 1372407"/>
                  <a:gd name="connsiteY5" fmla="*/ 545506 h 654610"/>
                  <a:gd name="connsiteX6" fmla="*/ 1263303 w 1372407"/>
                  <a:gd name="connsiteY6" fmla="*/ 654610 h 654610"/>
                  <a:gd name="connsiteX7" fmla="*/ 697745 w 1372407"/>
                  <a:gd name="connsiteY7" fmla="*/ 654610 h 654610"/>
                  <a:gd name="connsiteX8" fmla="*/ 109104 w 1372407"/>
                  <a:gd name="connsiteY8" fmla="*/ 654610 h 654610"/>
                  <a:gd name="connsiteX9" fmla="*/ 0 w 1372407"/>
                  <a:gd name="connsiteY9" fmla="*/ 545506 h 654610"/>
                  <a:gd name="connsiteX10" fmla="*/ 0 w 1372407"/>
                  <a:gd name="connsiteY10" fmla="*/ 109104 h 654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72407" h="654610" extrusionOk="0">
                    <a:moveTo>
                      <a:pt x="0" y="109104"/>
                    </a:moveTo>
                    <a:cubicBezTo>
                      <a:pt x="2629" y="43558"/>
                      <a:pt x="50093" y="-4099"/>
                      <a:pt x="109104" y="0"/>
                    </a:cubicBezTo>
                    <a:cubicBezTo>
                      <a:pt x="295197" y="4782"/>
                      <a:pt x="449318" y="16166"/>
                      <a:pt x="686204" y="0"/>
                    </a:cubicBezTo>
                    <a:cubicBezTo>
                      <a:pt x="923090" y="-16166"/>
                      <a:pt x="1011649" y="-13474"/>
                      <a:pt x="1263303" y="0"/>
                    </a:cubicBezTo>
                    <a:cubicBezTo>
                      <a:pt x="1333307" y="-8814"/>
                      <a:pt x="1375883" y="43300"/>
                      <a:pt x="1372407" y="109104"/>
                    </a:cubicBezTo>
                    <a:cubicBezTo>
                      <a:pt x="1373388" y="211177"/>
                      <a:pt x="1386512" y="346117"/>
                      <a:pt x="1372407" y="545506"/>
                    </a:cubicBezTo>
                    <a:cubicBezTo>
                      <a:pt x="1377100" y="609270"/>
                      <a:pt x="1326457" y="651680"/>
                      <a:pt x="1263303" y="654610"/>
                    </a:cubicBezTo>
                    <a:cubicBezTo>
                      <a:pt x="1135707" y="635058"/>
                      <a:pt x="833155" y="674960"/>
                      <a:pt x="697745" y="654610"/>
                    </a:cubicBezTo>
                    <a:cubicBezTo>
                      <a:pt x="562335" y="634260"/>
                      <a:pt x="270302" y="630466"/>
                      <a:pt x="109104" y="654610"/>
                    </a:cubicBezTo>
                    <a:cubicBezTo>
                      <a:pt x="59796" y="662258"/>
                      <a:pt x="-2268" y="591759"/>
                      <a:pt x="0" y="545506"/>
                    </a:cubicBezTo>
                    <a:cubicBezTo>
                      <a:pt x="18828" y="457984"/>
                      <a:pt x="14693" y="209417"/>
                      <a:pt x="0" y="109104"/>
                    </a:cubicBezTo>
                    <a:close/>
                  </a:path>
                </a:pathLst>
              </a:custGeom>
              <a:noFill/>
              <a:ln w="28575">
                <a:solidFill>
                  <a:srgbClr val="058859"/>
                </a:solidFill>
                <a:extLst>
                  <a:ext uri="{C807C97D-BFC1-408E-A445-0C87EB9F89A2}">
                    <ask:lineSketchStyleProps xmlns:ask="http://schemas.microsoft.com/office/drawing/2018/sketchyshapes" sd="3538221932">
                      <a:prstGeom prst="round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7C6CDE4-66F1-EBC5-8767-DF35242332AE}"/>
                  </a:ext>
                </a:extLst>
              </p:cNvPr>
              <p:cNvSpPr txBox="1"/>
              <p:nvPr/>
            </p:nvSpPr>
            <p:spPr>
              <a:xfrm>
                <a:off x="5946568" y="3244334"/>
                <a:ext cx="13195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Knowledge</a:t>
                </a:r>
              </a:p>
            </p:txBody>
          </p:sp>
          <p:sp>
            <p:nvSpPr>
              <p:cNvPr id="47" name="Arrow: Right 46">
                <a:extLst>
                  <a:ext uri="{FF2B5EF4-FFF2-40B4-BE49-F238E27FC236}">
                    <a16:creationId xmlns:a16="http://schemas.microsoft.com/office/drawing/2014/main" id="{39858383-E4C4-9400-7754-60724FAEFB55}"/>
                  </a:ext>
                </a:extLst>
              </p:cNvPr>
              <p:cNvSpPr/>
              <p:nvPr/>
            </p:nvSpPr>
            <p:spPr>
              <a:xfrm>
                <a:off x="3488982" y="3314182"/>
                <a:ext cx="212490" cy="229635"/>
              </a:xfrm>
              <a:prstGeom prst="rightArrow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Arrow: Right 47">
                <a:extLst>
                  <a:ext uri="{FF2B5EF4-FFF2-40B4-BE49-F238E27FC236}">
                    <a16:creationId xmlns:a16="http://schemas.microsoft.com/office/drawing/2014/main" id="{17E24B9B-49AF-D67A-A476-B7C3BE9BCAA3}"/>
                  </a:ext>
                </a:extLst>
              </p:cNvPr>
              <p:cNvSpPr/>
              <p:nvPr/>
            </p:nvSpPr>
            <p:spPr>
              <a:xfrm>
                <a:off x="5487085" y="3314182"/>
                <a:ext cx="212490" cy="229635"/>
              </a:xfrm>
              <a:prstGeom prst="rightArrow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Arrow: Right 48">
                <a:extLst>
                  <a:ext uri="{FF2B5EF4-FFF2-40B4-BE49-F238E27FC236}">
                    <a16:creationId xmlns:a16="http://schemas.microsoft.com/office/drawing/2014/main" id="{C9AE4EB4-A717-0616-8BAA-793A270BD273}"/>
                  </a:ext>
                </a:extLst>
              </p:cNvPr>
              <p:cNvSpPr/>
              <p:nvPr/>
            </p:nvSpPr>
            <p:spPr>
              <a:xfrm>
                <a:off x="7491474" y="3314181"/>
                <a:ext cx="212490" cy="229635"/>
              </a:xfrm>
              <a:prstGeom prst="rightArrow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D113401-351C-64FD-B4F5-82E9587301FE}"/>
                </a:ext>
              </a:extLst>
            </p:cNvPr>
            <p:cNvGrpSpPr/>
            <p:nvPr/>
          </p:nvGrpSpPr>
          <p:grpSpPr>
            <a:xfrm>
              <a:off x="4793381" y="2304726"/>
              <a:ext cx="3370510" cy="654610"/>
              <a:chOff x="4069771" y="1240696"/>
              <a:chExt cx="3370510" cy="654610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3B43AFB-6ADA-7F51-4ED7-289DF668A8A3}"/>
                  </a:ext>
                </a:extLst>
              </p:cNvPr>
              <p:cNvGrpSpPr/>
              <p:nvPr/>
            </p:nvGrpSpPr>
            <p:grpSpPr>
              <a:xfrm>
                <a:off x="4069771" y="1240696"/>
                <a:ext cx="1372407" cy="654610"/>
                <a:chOff x="3221873" y="1207445"/>
                <a:chExt cx="1372407" cy="654610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834E3FD1-C6BA-C28D-57E3-997E6A566F16}"/>
                    </a:ext>
                  </a:extLst>
                </p:cNvPr>
                <p:cNvSpPr/>
                <p:nvPr/>
              </p:nvSpPr>
              <p:spPr>
                <a:xfrm>
                  <a:off x="3221873" y="1207445"/>
                  <a:ext cx="1372407" cy="654610"/>
                </a:xfrm>
                <a:custGeom>
                  <a:avLst/>
                  <a:gdLst>
                    <a:gd name="connsiteX0" fmla="*/ 0 w 1372407"/>
                    <a:gd name="connsiteY0" fmla="*/ 109104 h 654610"/>
                    <a:gd name="connsiteX1" fmla="*/ 109104 w 1372407"/>
                    <a:gd name="connsiteY1" fmla="*/ 0 h 654610"/>
                    <a:gd name="connsiteX2" fmla="*/ 686204 w 1372407"/>
                    <a:gd name="connsiteY2" fmla="*/ 0 h 654610"/>
                    <a:gd name="connsiteX3" fmla="*/ 1263303 w 1372407"/>
                    <a:gd name="connsiteY3" fmla="*/ 0 h 654610"/>
                    <a:gd name="connsiteX4" fmla="*/ 1372407 w 1372407"/>
                    <a:gd name="connsiteY4" fmla="*/ 109104 h 654610"/>
                    <a:gd name="connsiteX5" fmla="*/ 1372407 w 1372407"/>
                    <a:gd name="connsiteY5" fmla="*/ 545506 h 654610"/>
                    <a:gd name="connsiteX6" fmla="*/ 1263303 w 1372407"/>
                    <a:gd name="connsiteY6" fmla="*/ 654610 h 654610"/>
                    <a:gd name="connsiteX7" fmla="*/ 697745 w 1372407"/>
                    <a:gd name="connsiteY7" fmla="*/ 654610 h 654610"/>
                    <a:gd name="connsiteX8" fmla="*/ 109104 w 1372407"/>
                    <a:gd name="connsiteY8" fmla="*/ 654610 h 654610"/>
                    <a:gd name="connsiteX9" fmla="*/ 0 w 1372407"/>
                    <a:gd name="connsiteY9" fmla="*/ 545506 h 654610"/>
                    <a:gd name="connsiteX10" fmla="*/ 0 w 1372407"/>
                    <a:gd name="connsiteY10" fmla="*/ 109104 h 654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2407" h="654610" extrusionOk="0">
                      <a:moveTo>
                        <a:pt x="0" y="109104"/>
                      </a:moveTo>
                      <a:cubicBezTo>
                        <a:pt x="2629" y="43558"/>
                        <a:pt x="50093" y="-4099"/>
                        <a:pt x="109104" y="0"/>
                      </a:cubicBezTo>
                      <a:cubicBezTo>
                        <a:pt x="295197" y="4782"/>
                        <a:pt x="449318" y="16166"/>
                        <a:pt x="686204" y="0"/>
                      </a:cubicBezTo>
                      <a:cubicBezTo>
                        <a:pt x="923090" y="-16166"/>
                        <a:pt x="1011649" y="-13474"/>
                        <a:pt x="1263303" y="0"/>
                      </a:cubicBezTo>
                      <a:cubicBezTo>
                        <a:pt x="1333307" y="-8814"/>
                        <a:pt x="1375883" y="43300"/>
                        <a:pt x="1372407" y="109104"/>
                      </a:cubicBezTo>
                      <a:cubicBezTo>
                        <a:pt x="1373388" y="211177"/>
                        <a:pt x="1386512" y="346117"/>
                        <a:pt x="1372407" y="545506"/>
                      </a:cubicBezTo>
                      <a:cubicBezTo>
                        <a:pt x="1377100" y="609270"/>
                        <a:pt x="1326457" y="651680"/>
                        <a:pt x="1263303" y="654610"/>
                      </a:cubicBezTo>
                      <a:cubicBezTo>
                        <a:pt x="1135707" y="635058"/>
                        <a:pt x="833155" y="674960"/>
                        <a:pt x="697745" y="654610"/>
                      </a:cubicBezTo>
                      <a:cubicBezTo>
                        <a:pt x="562335" y="634260"/>
                        <a:pt x="270302" y="630466"/>
                        <a:pt x="109104" y="654610"/>
                      </a:cubicBezTo>
                      <a:cubicBezTo>
                        <a:pt x="59796" y="662258"/>
                        <a:pt x="-2268" y="591759"/>
                        <a:pt x="0" y="545506"/>
                      </a:cubicBezTo>
                      <a:cubicBezTo>
                        <a:pt x="18828" y="457984"/>
                        <a:pt x="14693" y="209417"/>
                        <a:pt x="0" y="109104"/>
                      </a:cubicBezTo>
                      <a:close/>
                    </a:path>
                  </a:pathLst>
                </a:custGeom>
                <a:noFill/>
                <a:ln w="28575">
                  <a:solidFill>
                    <a:srgbClr val="058859"/>
                  </a:solidFill>
                  <a:extLst>
                    <a:ext uri="{C807C97D-BFC1-408E-A445-0C87EB9F89A2}">
                      <ask:lineSketchStyleProps xmlns:ask="http://schemas.microsoft.com/office/drawing/2018/sketchyshapes" sd="3538221932">
                        <a:prstGeom prst="round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2E047BB-5C2A-E57B-F9A3-A927B33E6EBA}"/>
                    </a:ext>
                  </a:extLst>
                </p:cNvPr>
                <p:cNvSpPr txBox="1"/>
                <p:nvPr/>
              </p:nvSpPr>
              <p:spPr>
                <a:xfrm>
                  <a:off x="3434228" y="1350084"/>
                  <a:ext cx="9476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Prompt</a:t>
                  </a:r>
                </a:p>
              </p:txBody>
            </p: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3F0E05A-C26E-440F-1BFA-90AD55463C5C}"/>
                  </a:ext>
                </a:extLst>
              </p:cNvPr>
              <p:cNvGrpSpPr/>
              <p:nvPr/>
            </p:nvGrpSpPr>
            <p:grpSpPr>
              <a:xfrm>
                <a:off x="6067874" y="1240696"/>
                <a:ext cx="1372407" cy="654610"/>
                <a:chOff x="7586215" y="1207446"/>
                <a:chExt cx="1372407" cy="654610"/>
              </a:xfrm>
            </p:grpSpPr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9841AACC-F133-9E56-E4BD-FD7FB65EFA3A}"/>
                    </a:ext>
                  </a:extLst>
                </p:cNvPr>
                <p:cNvSpPr/>
                <p:nvPr/>
              </p:nvSpPr>
              <p:spPr>
                <a:xfrm>
                  <a:off x="7586215" y="1207446"/>
                  <a:ext cx="1372407" cy="654610"/>
                </a:xfrm>
                <a:custGeom>
                  <a:avLst/>
                  <a:gdLst>
                    <a:gd name="connsiteX0" fmla="*/ 0 w 1372407"/>
                    <a:gd name="connsiteY0" fmla="*/ 109104 h 654610"/>
                    <a:gd name="connsiteX1" fmla="*/ 109104 w 1372407"/>
                    <a:gd name="connsiteY1" fmla="*/ 0 h 654610"/>
                    <a:gd name="connsiteX2" fmla="*/ 709287 w 1372407"/>
                    <a:gd name="connsiteY2" fmla="*/ 0 h 654610"/>
                    <a:gd name="connsiteX3" fmla="*/ 1263303 w 1372407"/>
                    <a:gd name="connsiteY3" fmla="*/ 0 h 654610"/>
                    <a:gd name="connsiteX4" fmla="*/ 1372407 w 1372407"/>
                    <a:gd name="connsiteY4" fmla="*/ 109104 h 654610"/>
                    <a:gd name="connsiteX5" fmla="*/ 1372407 w 1372407"/>
                    <a:gd name="connsiteY5" fmla="*/ 545506 h 654610"/>
                    <a:gd name="connsiteX6" fmla="*/ 1263303 w 1372407"/>
                    <a:gd name="connsiteY6" fmla="*/ 654610 h 654610"/>
                    <a:gd name="connsiteX7" fmla="*/ 709287 w 1372407"/>
                    <a:gd name="connsiteY7" fmla="*/ 654610 h 654610"/>
                    <a:gd name="connsiteX8" fmla="*/ 109104 w 1372407"/>
                    <a:gd name="connsiteY8" fmla="*/ 654610 h 654610"/>
                    <a:gd name="connsiteX9" fmla="*/ 0 w 1372407"/>
                    <a:gd name="connsiteY9" fmla="*/ 545506 h 654610"/>
                    <a:gd name="connsiteX10" fmla="*/ 0 w 1372407"/>
                    <a:gd name="connsiteY10" fmla="*/ 109104 h 654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372407" h="654610" extrusionOk="0">
                      <a:moveTo>
                        <a:pt x="0" y="109104"/>
                      </a:moveTo>
                      <a:cubicBezTo>
                        <a:pt x="-2722" y="43244"/>
                        <a:pt x="56849" y="-2902"/>
                        <a:pt x="109104" y="0"/>
                      </a:cubicBezTo>
                      <a:cubicBezTo>
                        <a:pt x="329720" y="9479"/>
                        <a:pt x="428147" y="684"/>
                        <a:pt x="709287" y="0"/>
                      </a:cubicBezTo>
                      <a:cubicBezTo>
                        <a:pt x="990427" y="-684"/>
                        <a:pt x="1002898" y="15156"/>
                        <a:pt x="1263303" y="0"/>
                      </a:cubicBezTo>
                      <a:cubicBezTo>
                        <a:pt x="1323075" y="-2373"/>
                        <a:pt x="1372173" y="39986"/>
                        <a:pt x="1372407" y="109104"/>
                      </a:cubicBezTo>
                      <a:cubicBezTo>
                        <a:pt x="1370928" y="287545"/>
                        <a:pt x="1354508" y="456986"/>
                        <a:pt x="1372407" y="545506"/>
                      </a:cubicBezTo>
                      <a:cubicBezTo>
                        <a:pt x="1374853" y="607369"/>
                        <a:pt x="1326400" y="657092"/>
                        <a:pt x="1263303" y="654610"/>
                      </a:cubicBezTo>
                      <a:cubicBezTo>
                        <a:pt x="1055378" y="640795"/>
                        <a:pt x="983978" y="655425"/>
                        <a:pt x="709287" y="654610"/>
                      </a:cubicBezTo>
                      <a:cubicBezTo>
                        <a:pt x="434596" y="653795"/>
                        <a:pt x="277790" y="678695"/>
                        <a:pt x="109104" y="654610"/>
                      </a:cubicBezTo>
                      <a:cubicBezTo>
                        <a:pt x="46897" y="650005"/>
                        <a:pt x="-3921" y="599729"/>
                        <a:pt x="0" y="545506"/>
                      </a:cubicBezTo>
                      <a:cubicBezTo>
                        <a:pt x="3170" y="393677"/>
                        <a:pt x="1870" y="300682"/>
                        <a:pt x="0" y="109104"/>
                      </a:cubicBezTo>
                      <a:close/>
                    </a:path>
                  </a:pathLst>
                </a:custGeom>
                <a:noFill/>
                <a:ln w="28575">
                  <a:solidFill>
                    <a:srgbClr val="058859"/>
                  </a:solidFill>
                  <a:extLst>
                    <a:ext uri="{C807C97D-BFC1-408E-A445-0C87EB9F89A2}">
                      <ask:lineSketchStyleProps xmlns:ask="http://schemas.microsoft.com/office/drawing/2018/sketchyshapes" sd="2896451409">
                        <a:prstGeom prst="roundRect">
                          <a:avLst/>
                        </a:prstGeom>
                        <ask:type>
                          <ask:lineSketchFreehand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1D2BE9A-239A-6710-AC7B-B69DEFE5E2CF}"/>
                    </a:ext>
                  </a:extLst>
                </p:cNvPr>
                <p:cNvSpPr txBox="1"/>
                <p:nvPr/>
              </p:nvSpPr>
              <p:spPr>
                <a:xfrm>
                  <a:off x="7631339" y="1350084"/>
                  <a:ext cx="130516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Generation</a:t>
                  </a:r>
                </a:p>
              </p:txBody>
            </p:sp>
          </p:grpSp>
          <p:sp>
            <p:nvSpPr>
              <p:cNvPr id="52" name="Arrow: Right 51">
                <a:extLst>
                  <a:ext uri="{FF2B5EF4-FFF2-40B4-BE49-F238E27FC236}">
                    <a16:creationId xmlns:a16="http://schemas.microsoft.com/office/drawing/2014/main" id="{24EBF62D-8D65-FA06-6A34-532F35AC0473}"/>
                  </a:ext>
                </a:extLst>
              </p:cNvPr>
              <p:cNvSpPr/>
              <p:nvPr/>
            </p:nvSpPr>
            <p:spPr>
              <a:xfrm>
                <a:off x="5648781" y="1453182"/>
                <a:ext cx="212490" cy="229635"/>
              </a:xfrm>
              <a:prstGeom prst="rightArrow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95F7829-E111-11AB-CBA2-B2B9BBE411CF}"/>
                </a:ext>
              </a:extLst>
            </p:cNvPr>
            <p:cNvSpPr txBox="1"/>
            <p:nvPr/>
          </p:nvSpPr>
          <p:spPr>
            <a:xfrm>
              <a:off x="2114860" y="2447364"/>
              <a:ext cx="2730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Normal LLM Generation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077C60D-0B73-4DFB-0A2D-75FC3413ADBE}"/>
                </a:ext>
              </a:extLst>
            </p:cNvPr>
            <p:cNvSpPr txBox="1"/>
            <p:nvPr/>
          </p:nvSpPr>
          <p:spPr>
            <a:xfrm>
              <a:off x="2114860" y="3730629"/>
              <a:ext cx="644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317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67FEB-F2D6-B046-47C3-0ADE866C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7B42-AA1E-CD94-6398-892F0F71B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1" y="169776"/>
            <a:ext cx="11932553" cy="516024"/>
          </a:xfrm>
        </p:spPr>
        <p:txBody>
          <a:bodyPr/>
          <a:lstStyle/>
          <a:p>
            <a:r>
              <a:rPr lang="en-US" dirty="0"/>
              <a:t>Some Useful LLM Tools for Research – Text &amp; Image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2D2EE-551E-736F-97DD-3BF875171726}"/>
              </a:ext>
            </a:extLst>
          </p:cNvPr>
          <p:cNvSpPr txBox="1"/>
          <p:nvPr/>
        </p:nvSpPr>
        <p:spPr>
          <a:xfrm>
            <a:off x="388621" y="889843"/>
            <a:ext cx="776097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Google </a:t>
            </a:r>
            <a:r>
              <a:rPr lang="en-US" dirty="0" err="1"/>
              <a:t>NotebookLM</a:t>
            </a:r>
            <a:r>
              <a:rPr lang="en-US" dirty="0"/>
              <a:t>, </a:t>
            </a:r>
            <a:r>
              <a:rPr lang="en-US" dirty="0">
                <a:hlinkClick r:id="rId2"/>
              </a:rPr>
              <a:t>https://notebooklm.google.com/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Enabling Rapid </a:t>
            </a:r>
            <a:r>
              <a:rPr lang="en-US" dirty="0" err="1"/>
              <a:t>Magnetoelectrics</a:t>
            </a:r>
            <a:r>
              <a:rPr lang="en-US" dirty="0"/>
              <a:t> Exploration with Neutrons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How can advanced AI models, particularly flow-based methods, enhance the prediction and design of novel magnetoelectric materials?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Show me some statistics about energy consumption regarding AI model training.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What is the trend for AI agent development in 2025.</a:t>
            </a:r>
          </a:p>
          <a:p>
            <a:pPr marL="1200150" lvl="2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Napkin, </a:t>
            </a:r>
            <a:r>
              <a:rPr lang="en-US" dirty="0">
                <a:hlinkClick r:id="rId3"/>
              </a:rPr>
              <a:t>https://app.napkin.ai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It is probably never generating exactly what we want but could be used for stimulating ideas.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Text polishing with general tools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Controversial but still could be useful</a:t>
            </a:r>
          </a:p>
        </p:txBody>
      </p:sp>
    </p:spTree>
    <p:extLst>
      <p:ext uri="{BB962C8B-B14F-4D97-AF65-F5344CB8AC3E}">
        <p14:creationId xmlns:p14="http://schemas.microsoft.com/office/powerpoint/2010/main" val="663834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F9FDB-1302-D46A-7947-22D0528E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DC051-6984-2889-5CE2-1343C13EC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1" y="169776"/>
            <a:ext cx="11932553" cy="516024"/>
          </a:xfrm>
        </p:spPr>
        <p:txBody>
          <a:bodyPr/>
          <a:lstStyle/>
          <a:p>
            <a:r>
              <a:rPr lang="en-US" dirty="0"/>
              <a:t>Some Useful LLM Tools for Research – Coding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13B69-D47C-202B-8F16-FFFBC27C1876}"/>
              </a:ext>
            </a:extLst>
          </p:cNvPr>
          <p:cNvSpPr txBox="1"/>
          <p:nvPr/>
        </p:nvSpPr>
        <p:spPr>
          <a:xfrm>
            <a:off x="388621" y="1166842"/>
            <a:ext cx="77609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Web-based chat services,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>
                <a:hlinkClick r:id="rId2"/>
              </a:rPr>
              <a:t>https://chat.com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>
                <a:hlinkClick r:id="rId3"/>
              </a:rPr>
              <a:t>https://gemini.google.com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>
                <a:hlinkClick r:id="rId4"/>
              </a:rPr>
              <a:t>https://claude.ai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…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CLI Tools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A little demo with </a:t>
            </a:r>
            <a:r>
              <a:rPr lang="en-US" b="1" i="1" dirty="0"/>
              <a:t>Warp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b="1" i="1" dirty="0"/>
              <a:t>Gemini CLI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Other tools available, </a:t>
            </a:r>
            <a:r>
              <a:rPr lang="en-US" b="1" i="1" dirty="0"/>
              <a:t>Codex</a:t>
            </a:r>
            <a:r>
              <a:rPr lang="en-US" dirty="0"/>
              <a:t> by OpenAI, </a:t>
            </a:r>
            <a:r>
              <a:rPr lang="en-US" b="1" i="1" dirty="0"/>
              <a:t>Claude Code</a:t>
            </a:r>
            <a:r>
              <a:rPr lang="en-US" dirty="0"/>
              <a:t> by Anthropic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IDE Tools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A little demo with </a:t>
            </a:r>
            <a:r>
              <a:rPr lang="en-US" b="1" i="1" dirty="0"/>
              <a:t>GitHub Copilot</a:t>
            </a:r>
            <a:r>
              <a:rPr lang="en-US" dirty="0"/>
              <a:t> in </a:t>
            </a:r>
            <a:r>
              <a:rPr lang="en-US" b="1" i="1" dirty="0" err="1"/>
              <a:t>VSCode</a:t>
            </a:r>
            <a:r>
              <a:rPr lang="en-US" dirty="0"/>
              <a:t> (paid feature)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Other tools available, </a:t>
            </a:r>
            <a:r>
              <a:rPr lang="en-US" b="1" i="1" dirty="0"/>
              <a:t>Cursor</a:t>
            </a:r>
            <a:r>
              <a:rPr lang="en-US" dirty="0"/>
              <a:t>, </a:t>
            </a:r>
            <a:r>
              <a:rPr lang="en-US" b="1" i="1" dirty="0"/>
              <a:t>Zed</a:t>
            </a:r>
            <a:r>
              <a:rPr lang="en-US" dirty="0"/>
              <a:t>, </a:t>
            </a:r>
            <a:r>
              <a:rPr lang="en-US" b="1" i="1" dirty="0" err="1"/>
              <a:t>VSCodium</a:t>
            </a:r>
            <a:r>
              <a:rPr lang="en-US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133970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61E8-6AE6-C8D7-D95F-58CD6589E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E135F-EC17-3EB8-A49B-8C6D11618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1" y="169776"/>
            <a:ext cx="11932553" cy="516024"/>
          </a:xfrm>
        </p:spPr>
        <p:txBody>
          <a:bodyPr/>
          <a:lstStyle/>
          <a:p>
            <a:r>
              <a:rPr lang="en-US" dirty="0"/>
              <a:t>LLM Integration into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E9B1C0-444E-9E6D-D76E-66B95BF9465C}"/>
              </a:ext>
            </a:extLst>
          </p:cNvPr>
          <p:cNvSpPr txBox="1"/>
          <p:nvPr/>
        </p:nvSpPr>
        <p:spPr>
          <a:xfrm>
            <a:off x="411481" y="949672"/>
            <a:ext cx="87953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Unified API to LLMs, </a:t>
            </a:r>
            <a:r>
              <a:rPr lang="en-US" b="1" i="1" dirty="0" err="1"/>
              <a:t>OpenRouter</a:t>
            </a:r>
            <a:r>
              <a:rPr lang="en-US" dirty="0"/>
              <a:t>, </a:t>
            </a:r>
            <a:r>
              <a:rPr lang="en-US" dirty="0">
                <a:hlinkClick r:id="rId2"/>
              </a:rPr>
              <a:t>https://openrouter.ai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Self-hosted options,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Self-hosting frontend, talking to LLMs via API calls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Pay by API calls, counting input &amp; output tokens</a:t>
            </a:r>
          </a:p>
          <a:p>
            <a:pPr marL="742950" lvl="1" indent="-285750">
              <a:buFontTx/>
              <a:buChar char="-"/>
            </a:pPr>
            <a:r>
              <a:rPr lang="en-US" b="1" i="1" dirty="0" err="1"/>
              <a:t>LobeHub</a:t>
            </a:r>
            <a:r>
              <a:rPr lang="en-US" dirty="0"/>
              <a:t>, </a:t>
            </a:r>
            <a:r>
              <a:rPr lang="en-US" b="1" i="1" dirty="0" err="1"/>
              <a:t>Dify</a:t>
            </a:r>
            <a:r>
              <a:rPr lang="en-US" dirty="0"/>
              <a:t>, …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A little showcase with </a:t>
            </a:r>
            <a:r>
              <a:rPr lang="en-US" b="1" i="1" dirty="0" err="1"/>
              <a:t>Dify</a:t>
            </a:r>
            <a:endParaRPr lang="en-US" b="1" i="1" dirty="0"/>
          </a:p>
          <a:p>
            <a:pPr marL="1200150" lvl="2" indent="-285750">
              <a:buFontTx/>
              <a:buChar char="-"/>
            </a:pPr>
            <a:r>
              <a:rPr lang="en-US" dirty="0"/>
              <a:t>Model selection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Tools integration, Google, Perplexity, Slack, DALL-E, …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Knowledge base</a:t>
            </a:r>
          </a:p>
          <a:p>
            <a:pPr marL="1200150" lvl="2" indent="-285750">
              <a:buFontTx/>
              <a:buChar char="-"/>
            </a:pPr>
            <a:r>
              <a:rPr lang="en-US" dirty="0"/>
              <a:t>Workflow</a:t>
            </a:r>
          </a:p>
          <a:p>
            <a:pPr marL="1200150" lvl="2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Implementation into Workflows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Chat to LLMs in Slack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AI summary and auto posting to email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Other tools in </a:t>
            </a:r>
            <a:r>
              <a:rPr lang="en-US" b="1" i="1" dirty="0"/>
              <a:t>n8n</a:t>
            </a:r>
            <a:r>
              <a:rPr lang="en-US" dirty="0"/>
              <a:t> showcase, </a:t>
            </a:r>
            <a:r>
              <a:rPr lang="en-US" b="1" i="1" dirty="0"/>
              <a:t>Slashdot2Gmail</a:t>
            </a:r>
            <a:r>
              <a:rPr lang="en-US" dirty="0"/>
              <a:t>, </a:t>
            </a:r>
            <a:r>
              <a:rPr lang="en-US" b="1" i="1" dirty="0"/>
              <a:t>Msg2NocoDB</a:t>
            </a:r>
            <a:r>
              <a:rPr lang="en-US" dirty="0"/>
              <a:t>, </a:t>
            </a:r>
            <a:r>
              <a:rPr lang="en-US" b="1" i="1" dirty="0"/>
              <a:t>Dict2Slack</a:t>
            </a:r>
          </a:p>
        </p:txBody>
      </p:sp>
    </p:spTree>
    <p:extLst>
      <p:ext uri="{BB962C8B-B14F-4D97-AF65-F5344CB8AC3E}">
        <p14:creationId xmlns:p14="http://schemas.microsoft.com/office/powerpoint/2010/main" val="3066804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01638-8EC2-3F25-2ECC-458235B0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41D6-36B9-F1DD-2ED0-CDE16A8EC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31" y="169776"/>
            <a:ext cx="11932553" cy="516024"/>
          </a:xfrm>
        </p:spPr>
        <p:txBody>
          <a:bodyPr/>
          <a:lstStyle/>
          <a:p>
            <a:r>
              <a:rPr lang="en-US" dirty="0"/>
              <a:t>Some More Tools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8C2B2-1B9D-C74C-8DC7-BC71A358CD58}"/>
              </a:ext>
            </a:extLst>
          </p:cNvPr>
          <p:cNvSpPr txBox="1"/>
          <p:nvPr/>
        </p:nvSpPr>
        <p:spPr>
          <a:xfrm>
            <a:off x="411481" y="580876"/>
            <a:ext cx="879538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Google AI Studio, </a:t>
            </a:r>
            <a:r>
              <a:rPr lang="en-US" dirty="0">
                <a:hlinkClick r:id="rId2"/>
              </a:rPr>
              <a:t>https://aistudio.google.com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b="1" i="1" dirty="0"/>
          </a:p>
          <a:p>
            <a:pPr marL="742950" lvl="1" indent="-285750">
              <a:buFontTx/>
              <a:buChar char="-"/>
            </a:pPr>
            <a:r>
              <a:rPr lang="en-US" dirty="0"/>
              <a:t>Text generation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Image generation &amp; editing, e.g., Nano Banana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Video generation, e.g., with Veo</a:t>
            </a:r>
          </a:p>
          <a:p>
            <a:pPr marL="285750" indent="-285750">
              <a:buFontTx/>
              <a:buChar char="-"/>
            </a:pPr>
            <a:endParaRPr lang="en-US" b="1" i="1" dirty="0"/>
          </a:p>
          <a:p>
            <a:pPr marL="285750" indent="-285750">
              <a:buFontTx/>
              <a:buChar char="-"/>
            </a:pPr>
            <a:r>
              <a:rPr lang="en-US" dirty="0"/>
              <a:t>Whisk for image generation and animation, </a:t>
            </a:r>
            <a:r>
              <a:rPr lang="en-US" dirty="0">
                <a:hlinkClick r:id="rId3"/>
              </a:rPr>
              <a:t>https://labs.google/fx/tools/whisk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Google Labs, AI experiment at Google, https://</a:t>
            </a:r>
            <a:r>
              <a:rPr lang="en-US" dirty="0" err="1"/>
              <a:t>labs.google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Flowchar</a:t>
            </a:r>
            <a:r>
              <a:rPr lang="en-US" dirty="0"/>
              <a:t> &amp; </a:t>
            </a:r>
            <a:r>
              <a:rPr lang="en-US" dirty="0" err="1"/>
              <a:t>Mindmap</a:t>
            </a:r>
            <a:r>
              <a:rPr lang="en-US" dirty="0"/>
              <a:t> generation,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>
                <a:hlinkClick r:id="rId4"/>
              </a:rPr>
              <a:t>https://flowchartai.org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>
                <a:hlinkClick r:id="rId5"/>
              </a:rPr>
              <a:t>https://mindmap.im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To fine tune our own LLM, try,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HuggingFace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https://huggingface.co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Ollama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https://ollama.com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>
                <a:hlinkClick r:id="rId8"/>
              </a:rPr>
              <a:t>https://www.langchain.com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MLX, </a:t>
            </a:r>
            <a:r>
              <a:rPr lang="en-US" dirty="0">
                <a:hlinkClick r:id="rId9"/>
              </a:rPr>
              <a:t>https://github.com/ml-explore/mlx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80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A088-6682-BD9C-251E-1DC11116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145" y="2703979"/>
            <a:ext cx="12210290" cy="664797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23364020"/>
      </p:ext>
    </p:extLst>
  </p:cSld>
  <p:clrMapOvr>
    <a:masterClrMapping/>
  </p:clrMapOvr>
</p:sld>
</file>

<file path=ppt/theme/theme1.xml><?xml version="1.0" encoding="utf-8"?>
<a:theme xmlns:a="http://schemas.openxmlformats.org/drawingml/2006/main" name="ORNL Presentation">
  <a:themeElements>
    <a:clrScheme name="ORNL-OCT2024">
      <a:dk1>
        <a:srgbClr val="00454D"/>
      </a:dk1>
      <a:lt1>
        <a:srgbClr val="FFFFFF"/>
      </a:lt1>
      <a:dk2>
        <a:srgbClr val="00662C"/>
      </a:dk2>
      <a:lt2>
        <a:srgbClr val="DBDCDB"/>
      </a:lt2>
      <a:accent1>
        <a:srgbClr val="373A36"/>
      </a:accent1>
      <a:accent2>
        <a:srgbClr val="005776"/>
      </a:accent2>
      <a:accent3>
        <a:srgbClr val="006BA6"/>
      </a:accent3>
      <a:accent4>
        <a:srgbClr val="7DBA00"/>
      </a:accent4>
      <a:accent5>
        <a:srgbClr val="00BDB5"/>
      </a:accent5>
      <a:accent6>
        <a:srgbClr val="00B38F"/>
      </a:accent6>
      <a:hlink>
        <a:srgbClr val="00444D"/>
      </a:hlink>
      <a:folHlink>
        <a:srgbClr val="00662C"/>
      </a:folHlink>
    </a:clrScheme>
    <a:fontScheme name="ORNL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ORNL">
      <a:srgbClr val="00662C"/>
    </a:custClr>
    <a:custClr name="ORNL">
      <a:srgbClr val="00454D"/>
    </a:custClr>
    <a:custClr name="ORNL">
      <a:srgbClr val="DBDCD8"/>
    </a:custClr>
    <a:custClr name="ORNL">
      <a:srgbClr val="373A36"/>
    </a:custClr>
    <a:custClr name="ORNL">
      <a:srgbClr val="FFFFFF"/>
    </a:custClr>
    <a:custClr name="ORNL">
      <a:srgbClr val="005776"/>
    </a:custClr>
    <a:custClr name="ORNL">
      <a:srgbClr val="006BA6"/>
    </a:custClr>
    <a:custClr name="ORNL">
      <a:srgbClr val="7DBA00"/>
    </a:custClr>
    <a:custClr name="ORNL">
      <a:srgbClr val="00BDB5"/>
    </a:custClr>
    <a:custClr name="ORNL">
      <a:srgbClr val="00B38F"/>
    </a:custClr>
    <a:custClr name="ORNL">
      <a:srgbClr val="00492E"/>
    </a:custClr>
    <a:custClr name="ORNL">
      <a:srgbClr val="00572E"/>
    </a:custClr>
    <a:custClr name="ORNL">
      <a:srgbClr val="28A351"/>
    </a:custClr>
    <a:custClr name="ORNL">
      <a:srgbClr val="53D170"/>
    </a:custClr>
    <a:custClr name="ORNL">
      <a:srgbClr val="8FEF9C"/>
    </a:custClr>
    <a:custClr name="ORNL">
      <a:srgbClr val="002837"/>
    </a:custClr>
    <a:custClr name="ORNL">
      <a:srgbClr val="003542"/>
    </a:custClr>
    <a:custClr name="ORNL">
      <a:srgbClr val="259194"/>
    </a:custClr>
    <a:custClr name="ORNL">
      <a:srgbClr val="50C9C2"/>
    </a:custClr>
    <a:custClr name="ORNL">
      <a:srgbClr val="8EEDE0"/>
    </a:custClr>
  </a:custClrLst>
  <a:extLst>
    <a:ext uri="{05A4C25C-085E-4340-85A3-A5531E510DB2}">
      <thm15:themeFamily xmlns:thm15="http://schemas.microsoft.com/office/thememl/2012/main" name="Presentation1" id="{88C31D1F-12A5-4694-9CC9-068F04F68849}" vid="{352F1553-284D-424C-A087-632947F219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ORNL_slides_template_2025</Template>
  <TotalTime>164</TotalTime>
  <Words>505</Words>
  <Application>Microsoft Macintosh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Roboto</vt:lpstr>
      <vt:lpstr>Roboto Light</vt:lpstr>
      <vt:lpstr>ORNL Presentation</vt:lpstr>
      <vt:lpstr>Some LLM Practices</vt:lpstr>
      <vt:lpstr>A Bit About LLM</vt:lpstr>
      <vt:lpstr>A Bit About LLM</vt:lpstr>
      <vt:lpstr>LLM From a User Perspective</vt:lpstr>
      <vt:lpstr>Some Useful LLM Tools for Research – Text &amp; Image Generation</vt:lpstr>
      <vt:lpstr>Some Useful LLM Tools for Research – Coding</vt:lpstr>
      <vt:lpstr>LLM Integration into Platforms</vt:lpstr>
      <vt:lpstr>Some More Tools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Yuanpeng Zhang</dc:creator>
  <cp:lastModifiedBy>Yuanpeng Zhang</cp:lastModifiedBy>
  <cp:revision>36</cp:revision>
  <dcterms:created xsi:type="dcterms:W3CDTF">2025-09-09T02:41:03Z</dcterms:created>
  <dcterms:modified xsi:type="dcterms:W3CDTF">2025-09-09T19:33:24Z</dcterms:modified>
</cp:coreProperties>
</file>